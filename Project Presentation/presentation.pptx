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5"/>
  </p:notesMasterIdLst>
  <p:handoutMasterIdLst>
    <p:handoutMasterId r:id="rId16"/>
  </p:handoutMasterIdLst>
  <p:sldIdLst>
    <p:sldId id="400" r:id="rId5"/>
    <p:sldId id="391" r:id="rId6"/>
    <p:sldId id="403" r:id="rId7"/>
    <p:sldId id="270" r:id="rId8"/>
    <p:sldId id="261" r:id="rId9"/>
    <p:sldId id="265" r:id="rId10"/>
    <p:sldId id="266" r:id="rId11"/>
    <p:sldId id="398" r:id="rId12"/>
    <p:sldId id="404" r:id="rId13"/>
    <p:sldId id="28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76" d="100"/>
          <a:sy n="76" d="100"/>
        </p:scale>
        <p:origin x="62"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0" d="100"/>
        <a:sy n="90" d="100"/>
      </p:scale>
      <p:origin x="0" y="-1426"/>
    </p:cViewPr>
  </p:sorterViewPr>
  <p:notesViewPr>
    <p:cSldViewPr snapToGrid="0">
      <p:cViewPr varScale="1">
        <p:scale>
          <a:sx n="62" d="100"/>
          <a:sy n="62" d="100"/>
        </p:scale>
        <p:origin x="226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itume\OneDrive\Desktop\COFFEESHOP_PROJECT%20(4)%20updated%20F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itume\OneDrive\Desktop\COFFEESHOP_PROJECT%20(4)%20updated%20FINA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itume\OneDrive\Desktop\COFFEESHOP_PROJECT%20(4)%20updated%20FINA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itume\OneDrive\Desktop\COFFEESHOP_PROJECT%20(4)%20updated%20FINA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itume\OneDrive\Desktop\COFFEESHOP_PROJECT%20(4)%20updated%20FINA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itume\OneDrive\Desktop\COFFEESHOP_PROJECT%20(4)%20updated%20FINA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itume\OneDrive\Desktop\COFFEESHOP_PROJECT%20(4)%20updated%20FINAL.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575506865989583E-2"/>
          <c:y val="3.691584376749836E-2"/>
          <c:w val="0.89545589410019399"/>
          <c:h val="0.74805841577495125"/>
        </c:manualLayout>
      </c:layout>
      <c:barChart>
        <c:barDir val="bar"/>
        <c:grouping val="clustered"/>
        <c:varyColors val="0"/>
        <c:ser>
          <c:idx val="0"/>
          <c:order val="0"/>
          <c:tx>
            <c:strRef>
              <c:f>Sheet1!$B$1</c:f>
              <c:strCache>
                <c:ptCount val="1"/>
                <c:pt idx="0">
                  <c:v>Series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A55-423E-948E-3543A421E78B}"/>
            </c:ext>
          </c:extLst>
        </c:ser>
        <c:ser>
          <c:idx val="1"/>
          <c:order val="1"/>
          <c:tx>
            <c:strRef>
              <c:f>Sheet1!$C$1</c:f>
              <c:strCache>
                <c:ptCount val="1"/>
                <c:pt idx="0">
                  <c:v>Series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A55-423E-948E-3543A421E78B}"/>
            </c:ext>
          </c:extLst>
        </c:ser>
        <c:ser>
          <c:idx val="2"/>
          <c:order val="2"/>
          <c:tx>
            <c:strRef>
              <c:f>Sheet1!$D$1</c:f>
              <c:strCache>
                <c:ptCount val="1"/>
                <c:pt idx="0">
                  <c:v>Series 3</c:v>
                </c:pt>
              </c:strCache>
            </c:strRef>
          </c:tx>
          <c:spPr>
            <a:gradFill flip="none" rotWithShape="1">
              <a:gsLst>
                <a:gs pos="0">
                  <a:schemeClr val="accent3"/>
                </a:gs>
                <a:gs pos="75000">
                  <a:schemeClr val="accent3">
                    <a:lumMod val="60000"/>
                    <a:lumOff val="40000"/>
                  </a:schemeClr>
                </a:gs>
                <a:gs pos="51000">
                  <a:schemeClr val="accent3">
                    <a:alpha val="75000"/>
                  </a:schemeClr>
                </a:gs>
                <a:gs pos="100000">
                  <a:schemeClr val="accent3">
                    <a:lumMod val="20000"/>
                    <a:lumOff val="80000"/>
                    <a:alpha val="15000"/>
                  </a:schemeClr>
                </a:gs>
              </a:gsLst>
              <a:lin ang="10800000" scaled="1"/>
              <a:tileRect/>
            </a:gra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A55-423E-948E-3543A421E78B}"/>
            </c:ext>
          </c:extLst>
        </c:ser>
        <c:dLbls>
          <c:showLegendKey val="0"/>
          <c:showVal val="0"/>
          <c:showCatName val="0"/>
          <c:showSerName val="0"/>
          <c:showPercent val="0"/>
          <c:showBubbleSize val="0"/>
        </c:dLbls>
        <c:gapWidth val="326"/>
        <c:overlap val="-58"/>
        <c:axId val="1111705064"/>
        <c:axId val="1111706704"/>
      </c:barChart>
      <c:catAx>
        <c:axId val="1111705064"/>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11706704"/>
        <c:crosses val="autoZero"/>
        <c:auto val="1"/>
        <c:lblAlgn val="ctr"/>
        <c:lblOffset val="100"/>
        <c:noMultiLvlLbl val="0"/>
      </c:catAx>
      <c:valAx>
        <c:axId val="1111706704"/>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11705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[COFFEESHOP_PROJECT (4) updated FINAL.xlsx]Pivot table and Graphs!PivotTable3</c:name>
    <c:fmtId val="19"/>
  </c:pivotSource>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a:t>TOTAL REVENUE BY MONTH</a:t>
            </a:r>
          </a:p>
        </c:rich>
      </c:tx>
      <c:layout>
        <c:manualLayout>
          <c:xMode val="edge"/>
          <c:yMode val="edge"/>
          <c:x val="1.9959541826815067E-4"/>
          <c:y val="1.1231884164782649E-2"/>
        </c:manualLayout>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 and Graphs'!$B$3</c:f>
              <c:strCache>
                <c:ptCount val="1"/>
                <c:pt idx="0">
                  <c:v>Total</c:v>
                </c:pt>
              </c:strCache>
            </c:strRef>
          </c:tx>
          <c:spPr>
            <a:ln w="34925" cap="rnd">
              <a:solidFill>
                <a:schemeClr val="lt1"/>
              </a:solidFill>
              <a:round/>
            </a:ln>
            <a:effectLst>
              <a:outerShdw dist="25400" dir="2700000" algn="tl" rotWithShape="0">
                <a:schemeClr val="accent1"/>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strRef>
              <c:f>'Pivot table and Graphs'!$A$4:$A$10</c:f>
              <c:strCache>
                <c:ptCount val="6"/>
                <c:pt idx="0">
                  <c:v>Jan</c:v>
                </c:pt>
                <c:pt idx="1">
                  <c:v>Feb</c:v>
                </c:pt>
                <c:pt idx="2">
                  <c:v>Mar</c:v>
                </c:pt>
                <c:pt idx="3">
                  <c:v>Apr</c:v>
                </c:pt>
                <c:pt idx="4">
                  <c:v>May</c:v>
                </c:pt>
                <c:pt idx="5">
                  <c:v>Jun</c:v>
                </c:pt>
              </c:strCache>
            </c:strRef>
          </c:cat>
          <c:val>
            <c:numRef>
              <c:f>'Pivot table and Graphs'!$B$4:$B$10</c:f>
              <c:numCache>
                <c:formatCode>General</c:formatCode>
                <c:ptCount val="6"/>
                <c:pt idx="0">
                  <c:v>81677.739999999714</c:v>
                </c:pt>
                <c:pt idx="1">
                  <c:v>76145.189999999857</c:v>
                </c:pt>
                <c:pt idx="2">
                  <c:v>98834.679999999949</c:v>
                </c:pt>
                <c:pt idx="3">
                  <c:v>118941.0799999999</c:v>
                </c:pt>
                <c:pt idx="4">
                  <c:v>156727.76000000015</c:v>
                </c:pt>
                <c:pt idx="5">
                  <c:v>166485.8800000007</c:v>
                </c:pt>
              </c:numCache>
            </c:numRef>
          </c:val>
          <c:smooth val="0"/>
          <c:extLst>
            <c:ext xmlns:c16="http://schemas.microsoft.com/office/drawing/2014/chart" uri="{C3380CC4-5D6E-409C-BE32-E72D297353CC}">
              <c16:uniqueId val="{00000000-E276-4D94-91C8-0F18399C4D5A}"/>
            </c:ext>
          </c:extLst>
        </c:ser>
        <c:dLbls>
          <c:dLblPos val="ctr"/>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38728560"/>
        <c:axId val="275646832"/>
      </c:lineChart>
      <c:catAx>
        <c:axId val="138728560"/>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275646832"/>
        <c:crosses val="autoZero"/>
        <c:auto val="1"/>
        <c:lblAlgn val="ctr"/>
        <c:lblOffset val="100"/>
        <c:noMultiLvlLbl val="0"/>
      </c:catAx>
      <c:valAx>
        <c:axId val="27564683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387285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[COFFEESHOP_PROJECT (4) updated FINAL.xlsx]Pivot table and Graphs!PivotTable1</c:name>
    <c:fmtId val="16"/>
  </c:pivotSource>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a:t>TOTAL REVENUE BY DAY</a:t>
            </a:r>
          </a:p>
          <a:p>
            <a:pPr>
              <a:defRPr/>
            </a:pPr>
            <a:endParaRPr lang="en-US"/>
          </a:p>
        </c:rich>
      </c:tx>
      <c:layout>
        <c:manualLayout>
          <c:xMode val="edge"/>
          <c:yMode val="edge"/>
          <c:x val="0.14730392156862746"/>
          <c:y val="2.6395173453996983E-2"/>
        </c:manualLayout>
      </c:layout>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'Pivot table and Graphs'!$B$14</c:f>
              <c:strCache>
                <c:ptCount val="1"/>
                <c:pt idx="0">
                  <c:v>Total</c:v>
                </c:pt>
              </c:strCache>
            </c:strRef>
          </c:tx>
          <c:spPr>
            <a:solidFill>
              <a:schemeClr val="accent1"/>
            </a:solidFill>
            <a:ln>
              <a:noFill/>
            </a:ln>
            <a:effectLst/>
          </c:spPr>
          <c:invertIfNegative val="0"/>
          <c:cat>
            <c:strRef>
              <c:f>'Pivot table and Graphs'!$A$15:$A$23</c:f>
              <c:strCache>
                <c:ptCount val="8"/>
                <c:pt idx="0">
                  <c:v>Sun</c:v>
                </c:pt>
                <c:pt idx="1">
                  <c:v>Mon</c:v>
                </c:pt>
                <c:pt idx="2">
                  <c:v>Tue</c:v>
                </c:pt>
                <c:pt idx="3">
                  <c:v>Wed</c:v>
                </c:pt>
                <c:pt idx="4">
                  <c:v>Thu</c:v>
                </c:pt>
                <c:pt idx="5">
                  <c:v>Fri</c:v>
                </c:pt>
                <c:pt idx="6">
                  <c:v>Sat</c:v>
                </c:pt>
                <c:pt idx="7">
                  <c:v>(blank)</c:v>
                </c:pt>
              </c:strCache>
            </c:strRef>
          </c:cat>
          <c:val>
            <c:numRef>
              <c:f>'Pivot table and Graphs'!$B$15:$B$23</c:f>
              <c:numCache>
                <c:formatCode>General</c:formatCode>
                <c:ptCount val="8"/>
                <c:pt idx="0">
                  <c:v>98330.309999999838</c:v>
                </c:pt>
                <c:pt idx="1">
                  <c:v>101677.2799999999</c:v>
                </c:pt>
                <c:pt idx="2">
                  <c:v>99455.939999999668</c:v>
                </c:pt>
                <c:pt idx="3">
                  <c:v>100313.54000000007</c:v>
                </c:pt>
                <c:pt idx="4">
                  <c:v>100767.77999999984</c:v>
                </c:pt>
                <c:pt idx="5">
                  <c:v>101372.9999999999</c:v>
                </c:pt>
                <c:pt idx="6">
                  <c:v>96894.47999999969</c:v>
                </c:pt>
              </c:numCache>
            </c:numRef>
          </c:val>
          <c:extLst>
            <c:ext xmlns:c16="http://schemas.microsoft.com/office/drawing/2014/chart" uri="{C3380CC4-5D6E-409C-BE32-E72D297353CC}">
              <c16:uniqueId val="{00000000-E640-453D-9395-EF1E7753E5E1}"/>
            </c:ext>
          </c:extLst>
        </c:ser>
        <c:dLbls>
          <c:showLegendKey val="0"/>
          <c:showVal val="0"/>
          <c:showCatName val="0"/>
          <c:showSerName val="0"/>
          <c:showPercent val="0"/>
          <c:showBubbleSize val="0"/>
        </c:dLbls>
        <c:gapWidth val="150"/>
        <c:overlap val="100"/>
        <c:axId val="66457856"/>
        <c:axId val="275599312"/>
      </c:barChart>
      <c:catAx>
        <c:axId val="6645785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275599312"/>
        <c:crosses val="autoZero"/>
        <c:auto val="1"/>
        <c:lblAlgn val="ctr"/>
        <c:lblOffset val="100"/>
        <c:noMultiLvlLbl val="0"/>
      </c:catAx>
      <c:valAx>
        <c:axId val="275599312"/>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66457856"/>
        <c:crosses val="autoZero"/>
        <c:crossBetween val="between"/>
      </c:valAx>
      <c:spPr>
        <a:pattFill prst="ltDnDiag">
          <a:fgClr>
            <a:schemeClr val="dk1">
              <a:lumMod val="15000"/>
              <a:lumOff val="85000"/>
            </a:schemeClr>
          </a:fgClr>
          <a:bgClr>
            <a:schemeClr val="lt1"/>
          </a:bgClr>
        </a:patt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[COFFEESHOP_PROJECT (4) updated FINAL.xlsx]Pivot table and Graphs!PivotTable8</c:name>
    <c:fmtId val="33"/>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TOTAL SALES PER LOCATION</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s>
    <c:plotArea>
      <c:layout/>
      <c:pieChart>
        <c:varyColors val="1"/>
        <c:ser>
          <c:idx val="0"/>
          <c:order val="0"/>
          <c:tx>
            <c:strRef>
              <c:f>'Pivot table and Graphs'!$B$130</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A50-4E82-94C3-D1809A155EE6}"/>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A50-4E82-94C3-D1809A155EE6}"/>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4A50-4E82-94C3-D1809A155EE6}"/>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4A50-4E82-94C3-D1809A155EE6}"/>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table and Graphs'!$A$131:$A$135</c:f>
              <c:strCache>
                <c:ptCount val="4"/>
                <c:pt idx="0">
                  <c:v>Astoria</c:v>
                </c:pt>
                <c:pt idx="1">
                  <c:v>Hell's Kitchen</c:v>
                </c:pt>
                <c:pt idx="2">
                  <c:v>Lower Manhattan</c:v>
                </c:pt>
                <c:pt idx="3">
                  <c:v>(blank)</c:v>
                </c:pt>
              </c:strCache>
            </c:strRef>
          </c:cat>
          <c:val>
            <c:numRef>
              <c:f>'Pivot table and Graphs'!$B$131:$B$135</c:f>
              <c:numCache>
                <c:formatCode>0.00%</c:formatCode>
                <c:ptCount val="4"/>
                <c:pt idx="0">
                  <c:v>0.33234088757420693</c:v>
                </c:pt>
                <c:pt idx="1">
                  <c:v>0.33844733392154103</c:v>
                </c:pt>
                <c:pt idx="2">
                  <c:v>0.32921177850425221</c:v>
                </c:pt>
                <c:pt idx="3">
                  <c:v>0</c:v>
                </c:pt>
              </c:numCache>
            </c:numRef>
          </c:val>
          <c:extLst>
            <c:ext xmlns:c16="http://schemas.microsoft.com/office/drawing/2014/chart" uri="{C3380CC4-5D6E-409C-BE32-E72D297353CC}">
              <c16:uniqueId val="{00000008-4A50-4E82-94C3-D1809A155EE6}"/>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[COFFEESHOP_PROJECT (4) updated FINAL.xlsx]Pivot table and Graphs!PivotTable5</c:name>
    <c:fmtId val="25"/>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Peak time interval for sales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solidFill>
          <a:ln w="9525" cap="flat" cmpd="sng" algn="ctr">
            <a:no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9525" cap="flat" cmpd="sng" algn="ctr">
            <a:no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9525" cap="flat" cmpd="sng" algn="ctr">
            <a:no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9525" cap="flat" cmpd="sng" algn="ctr">
            <a:no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9525" cap="flat" cmpd="sng" algn="ctr">
            <a:noFill/>
            <a:round/>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table and Graphs'!$B$73</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cat>
            <c:multiLvlStrRef>
              <c:f>'Pivot table and Graphs'!$A$74:$A$88</c:f>
              <c:multiLvlStrCache>
                <c:ptCount val="10"/>
                <c:lvl>
                  <c:pt idx="0">
                    <c:v>Astoria</c:v>
                  </c:pt>
                  <c:pt idx="1">
                    <c:v>Hell's Kitchen</c:v>
                  </c:pt>
                  <c:pt idx="2">
                    <c:v>Lower Manhattan</c:v>
                  </c:pt>
                  <c:pt idx="3">
                    <c:v>Astoria</c:v>
                  </c:pt>
                  <c:pt idx="4">
                    <c:v>Hell's Kitchen</c:v>
                  </c:pt>
                  <c:pt idx="5">
                    <c:v>Lower Manhattan</c:v>
                  </c:pt>
                  <c:pt idx="6">
                    <c:v>Astoria</c:v>
                  </c:pt>
                  <c:pt idx="7">
                    <c:v>Hell's Kitchen</c:v>
                  </c:pt>
                  <c:pt idx="8">
                    <c:v>Lower Manhattan</c:v>
                  </c:pt>
                  <c:pt idx="9">
                    <c:v>(blank)</c:v>
                  </c:pt>
                </c:lvl>
                <c:lvl>
                  <c:pt idx="0">
                    <c:v>Afternoon</c:v>
                  </c:pt>
                  <c:pt idx="3">
                    <c:v>Evening</c:v>
                  </c:pt>
                  <c:pt idx="6">
                    <c:v>Morning</c:v>
                  </c:pt>
                  <c:pt idx="9">
                    <c:v>(blank)</c:v>
                  </c:pt>
                </c:lvl>
              </c:multiLvlStrCache>
            </c:multiLvlStrRef>
          </c:cat>
          <c:val>
            <c:numRef>
              <c:f>'Pivot table and Graphs'!$B$74:$B$88</c:f>
              <c:numCache>
                <c:formatCode>General</c:formatCode>
                <c:ptCount val="10"/>
                <c:pt idx="0">
                  <c:v>7884</c:v>
                </c:pt>
                <c:pt idx="1">
                  <c:v>7492</c:v>
                </c:pt>
                <c:pt idx="2">
                  <c:v>7794</c:v>
                </c:pt>
                <c:pt idx="3">
                  <c:v>4723</c:v>
                </c:pt>
                <c:pt idx="4">
                  <c:v>4057</c:v>
                </c:pt>
                <c:pt idx="5">
                  <c:v>1434</c:v>
                </c:pt>
                <c:pt idx="6">
                  <c:v>8223</c:v>
                </c:pt>
                <c:pt idx="7">
                  <c:v>9687</c:v>
                </c:pt>
                <c:pt idx="8">
                  <c:v>9784</c:v>
                </c:pt>
              </c:numCache>
            </c:numRef>
          </c:val>
          <c:extLst>
            <c:ext xmlns:c16="http://schemas.microsoft.com/office/drawing/2014/chart" uri="{C3380CC4-5D6E-409C-BE32-E72D297353CC}">
              <c16:uniqueId val="{00000000-01DE-4A88-990C-43584F8ADEC1}"/>
            </c:ext>
          </c:extLst>
        </c:ser>
        <c:dLbls>
          <c:showLegendKey val="0"/>
          <c:showVal val="0"/>
          <c:showCatName val="0"/>
          <c:showSerName val="0"/>
          <c:showPercent val="0"/>
          <c:showBubbleSize val="0"/>
        </c:dLbls>
        <c:gapWidth val="65"/>
        <c:shape val="box"/>
        <c:axId val="66159295"/>
        <c:axId val="275654992"/>
        <c:axId val="0"/>
      </c:bar3DChart>
      <c:catAx>
        <c:axId val="66159295"/>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275654992"/>
        <c:crosses val="autoZero"/>
        <c:auto val="1"/>
        <c:lblAlgn val="ctr"/>
        <c:lblOffset val="100"/>
        <c:noMultiLvlLbl val="0"/>
      </c:catAx>
      <c:valAx>
        <c:axId val="27565499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66159295"/>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[COFFEESHOP_PROJECT (4) updated FINAL.xlsx]Pivot table and Graphs!PivotTable5</c:name>
    <c:fmtId val="172"/>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Peak time interval for sales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'Pivot table and Graphs'!$B$73</c:f>
              <c:strCache>
                <c:ptCount val="1"/>
                <c:pt idx="0">
                  <c:v>Total</c:v>
                </c:pt>
              </c:strCache>
            </c:strRef>
          </c:tx>
          <c:spPr>
            <a:solidFill>
              <a:schemeClr val="accent1"/>
            </a:solidFill>
            <a:ln>
              <a:noFill/>
            </a:ln>
            <a:effectLst/>
            <a:sp3d/>
          </c:spPr>
          <c:invertIfNegative val="0"/>
          <c:cat>
            <c:multiLvlStrRef>
              <c:f>'Pivot table and Graphs'!$A$74:$A$88</c:f>
              <c:multiLvlStrCache>
                <c:ptCount val="10"/>
                <c:lvl>
                  <c:pt idx="0">
                    <c:v>Astoria</c:v>
                  </c:pt>
                  <c:pt idx="1">
                    <c:v>Hell's Kitchen</c:v>
                  </c:pt>
                  <c:pt idx="2">
                    <c:v>Lower Manhattan</c:v>
                  </c:pt>
                  <c:pt idx="3">
                    <c:v>Astoria</c:v>
                  </c:pt>
                  <c:pt idx="4">
                    <c:v>Hell's Kitchen</c:v>
                  </c:pt>
                  <c:pt idx="5">
                    <c:v>Lower Manhattan</c:v>
                  </c:pt>
                  <c:pt idx="6">
                    <c:v>Astoria</c:v>
                  </c:pt>
                  <c:pt idx="7">
                    <c:v>Hell's Kitchen</c:v>
                  </c:pt>
                  <c:pt idx="8">
                    <c:v>Lower Manhattan</c:v>
                  </c:pt>
                  <c:pt idx="9">
                    <c:v>(blank)</c:v>
                  </c:pt>
                </c:lvl>
                <c:lvl>
                  <c:pt idx="0">
                    <c:v>Afternoon</c:v>
                  </c:pt>
                  <c:pt idx="3">
                    <c:v>Evening</c:v>
                  </c:pt>
                  <c:pt idx="6">
                    <c:v>Morning</c:v>
                  </c:pt>
                  <c:pt idx="9">
                    <c:v>(blank)</c:v>
                  </c:pt>
                </c:lvl>
              </c:multiLvlStrCache>
            </c:multiLvlStrRef>
          </c:cat>
          <c:val>
            <c:numRef>
              <c:f>'Pivot table and Graphs'!$B$74:$B$88</c:f>
              <c:numCache>
                <c:formatCode>General</c:formatCode>
                <c:ptCount val="10"/>
                <c:pt idx="0">
                  <c:v>7884</c:v>
                </c:pt>
                <c:pt idx="1">
                  <c:v>7492</c:v>
                </c:pt>
                <c:pt idx="2">
                  <c:v>7794</c:v>
                </c:pt>
                <c:pt idx="3">
                  <c:v>4723</c:v>
                </c:pt>
                <c:pt idx="4">
                  <c:v>4057</c:v>
                </c:pt>
                <c:pt idx="5">
                  <c:v>1434</c:v>
                </c:pt>
                <c:pt idx="6">
                  <c:v>8223</c:v>
                </c:pt>
                <c:pt idx="7">
                  <c:v>9687</c:v>
                </c:pt>
                <c:pt idx="8">
                  <c:v>9784</c:v>
                </c:pt>
              </c:numCache>
            </c:numRef>
          </c:val>
          <c:extLst>
            <c:ext xmlns:c16="http://schemas.microsoft.com/office/drawing/2014/chart" uri="{C3380CC4-5D6E-409C-BE32-E72D297353CC}">
              <c16:uniqueId val="{00000000-EF06-48FF-954D-49B70B87476D}"/>
            </c:ext>
          </c:extLst>
        </c:ser>
        <c:dLbls>
          <c:showLegendKey val="0"/>
          <c:showVal val="0"/>
          <c:showCatName val="0"/>
          <c:showSerName val="0"/>
          <c:showPercent val="0"/>
          <c:showBubbleSize val="0"/>
        </c:dLbls>
        <c:gapWidth val="150"/>
        <c:shape val="box"/>
        <c:axId val="66159295"/>
        <c:axId val="275654992"/>
        <c:axId val="0"/>
      </c:bar3DChart>
      <c:catAx>
        <c:axId val="6615929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75654992"/>
        <c:crosses val="autoZero"/>
        <c:auto val="1"/>
        <c:lblAlgn val="ctr"/>
        <c:lblOffset val="100"/>
        <c:noMultiLvlLbl val="0"/>
      </c:catAx>
      <c:valAx>
        <c:axId val="2756549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1592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[COFFEESHOP_PROJECT (4) updated FINAL.xlsx]Pivot table and Graphs!PivotTable7</c:name>
    <c:fmtId val="39"/>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TOTAL REVENUE PER MONTH PER STORE LOCATION</a:t>
            </a:r>
          </a:p>
          <a:p>
            <a:pPr>
              <a:defRPr/>
            </a:pP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'Pivot table and Graphs'!$B$104</c:f>
              <c:strCache>
                <c:ptCount val="1"/>
                <c:pt idx="0">
                  <c:v>Total</c:v>
                </c:pt>
              </c:strCache>
            </c:strRef>
          </c:tx>
          <c:spPr>
            <a:solidFill>
              <a:schemeClr val="accent1"/>
            </a:solidFill>
            <a:ln>
              <a:noFill/>
            </a:ln>
            <a:effectLst/>
            <a:sp3d/>
          </c:spPr>
          <c:invertIfNegative val="0"/>
          <c:cat>
            <c:multiLvlStrRef>
              <c:f>'Pivot table and Graphs'!$A$105:$A$128</c:f>
              <c:multiLvlStrCache>
                <c:ptCount val="19"/>
                <c:lvl>
                  <c:pt idx="0">
                    <c:v>Jan</c:v>
                  </c:pt>
                  <c:pt idx="1">
                    <c:v>Feb</c:v>
                  </c:pt>
                  <c:pt idx="2">
                    <c:v>Mar</c:v>
                  </c:pt>
                  <c:pt idx="3">
                    <c:v>Apr</c:v>
                  </c:pt>
                  <c:pt idx="4">
                    <c:v>May</c:v>
                  </c:pt>
                  <c:pt idx="5">
                    <c:v>Jun</c:v>
                  </c:pt>
                  <c:pt idx="6">
                    <c:v>Jan</c:v>
                  </c:pt>
                  <c:pt idx="7">
                    <c:v>Feb</c:v>
                  </c:pt>
                  <c:pt idx="8">
                    <c:v>Mar</c:v>
                  </c:pt>
                  <c:pt idx="9">
                    <c:v>Apr</c:v>
                  </c:pt>
                  <c:pt idx="10">
                    <c:v>May</c:v>
                  </c:pt>
                  <c:pt idx="11">
                    <c:v>Jun</c:v>
                  </c:pt>
                  <c:pt idx="12">
                    <c:v>Jan</c:v>
                  </c:pt>
                  <c:pt idx="13">
                    <c:v>Feb</c:v>
                  </c:pt>
                  <c:pt idx="14">
                    <c:v>Mar</c:v>
                  </c:pt>
                  <c:pt idx="15">
                    <c:v>Apr</c:v>
                  </c:pt>
                  <c:pt idx="16">
                    <c:v>May</c:v>
                  </c:pt>
                  <c:pt idx="17">
                    <c:v>Jun</c:v>
                  </c:pt>
                  <c:pt idx="18">
                    <c:v>(blank)</c:v>
                  </c:pt>
                </c:lvl>
                <c:lvl>
                  <c:pt idx="0">
                    <c:v>Astoria</c:v>
                  </c:pt>
                  <c:pt idx="6">
                    <c:v>Hell's Kitchen</c:v>
                  </c:pt>
                  <c:pt idx="12">
                    <c:v>Lower Manhattan</c:v>
                  </c:pt>
                  <c:pt idx="18">
                    <c:v>(blank)</c:v>
                  </c:pt>
                </c:lvl>
              </c:multiLvlStrCache>
            </c:multiLvlStrRef>
          </c:cat>
          <c:val>
            <c:numRef>
              <c:f>'Pivot table and Graphs'!$B$105:$B$128</c:f>
              <c:numCache>
                <c:formatCode>General</c:formatCode>
                <c:ptCount val="19"/>
                <c:pt idx="0">
                  <c:v>27313.66000000004</c:v>
                </c:pt>
                <c:pt idx="1">
                  <c:v>25105.34000000004</c:v>
                </c:pt>
                <c:pt idx="2">
                  <c:v>32835.430000000015</c:v>
                </c:pt>
                <c:pt idx="3">
                  <c:v>39477.609999999993</c:v>
                </c:pt>
                <c:pt idx="4">
                  <c:v>52428.759999999929</c:v>
                </c:pt>
                <c:pt idx="5">
                  <c:v>55083.109999999942</c:v>
                </c:pt>
                <c:pt idx="6">
                  <c:v>27820.650000000034</c:v>
                </c:pt>
                <c:pt idx="7">
                  <c:v>25719.799999999977</c:v>
                </c:pt>
                <c:pt idx="8">
                  <c:v>33110.570000000007</c:v>
                </c:pt>
                <c:pt idx="9">
                  <c:v>40304.139999999934</c:v>
                </c:pt>
                <c:pt idx="10">
                  <c:v>52598.92999999992</c:v>
                </c:pt>
                <c:pt idx="11">
                  <c:v>56957.079999999944</c:v>
                </c:pt>
                <c:pt idx="12">
                  <c:v>26543.430000000011</c:v>
                </c:pt>
                <c:pt idx="13">
                  <c:v>25320.050000000007</c:v>
                </c:pt>
                <c:pt idx="14">
                  <c:v>32888.679999999993</c:v>
                </c:pt>
                <c:pt idx="15">
                  <c:v>39159.329999999973</c:v>
                </c:pt>
                <c:pt idx="16">
                  <c:v>51700.069999999949</c:v>
                </c:pt>
                <c:pt idx="17">
                  <c:v>54445.68999999985</c:v>
                </c:pt>
              </c:numCache>
            </c:numRef>
          </c:val>
          <c:extLst>
            <c:ext xmlns:c16="http://schemas.microsoft.com/office/drawing/2014/chart" uri="{C3380CC4-5D6E-409C-BE32-E72D297353CC}">
              <c16:uniqueId val="{00000000-CAAB-4DBD-856B-EEB96CB35BD2}"/>
            </c:ext>
          </c:extLst>
        </c:ser>
        <c:dLbls>
          <c:showLegendKey val="0"/>
          <c:showVal val="0"/>
          <c:showCatName val="0"/>
          <c:showSerName val="0"/>
          <c:showPercent val="0"/>
          <c:showBubbleSize val="0"/>
        </c:dLbls>
        <c:gapWidth val="150"/>
        <c:shape val="box"/>
        <c:axId val="219695247"/>
        <c:axId val="2131084783"/>
        <c:axId val="1911965967"/>
      </c:bar3DChart>
      <c:catAx>
        <c:axId val="21969524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1084783"/>
        <c:crosses val="autoZero"/>
        <c:auto val="1"/>
        <c:lblAlgn val="ctr"/>
        <c:lblOffset val="100"/>
        <c:noMultiLvlLbl val="0"/>
      </c:catAx>
      <c:valAx>
        <c:axId val="21310847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9695247"/>
        <c:crosses val="autoZero"/>
        <c:crossBetween val="between"/>
      </c:valAx>
      <c:serAx>
        <c:axId val="1911965967"/>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1084783"/>
        <c:crosses val="autoZero"/>
      </c:ser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[COFFEESHOP_PROJECT (4) updated FINAL.xlsx]Pivot table and Graphs 2!PivotTable1</c:name>
    <c:fmtId val="44"/>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ZA"/>
              <a:t>Revenue per top 5 sold products </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ZA"/>
        </a:p>
      </c:txPr>
    </c:title>
    <c:autoTitleDeleted val="0"/>
    <c:pivotFmts>
      <c:pivotFmt>
        <c:idx val="0"/>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9525" cap="flat" cmpd="sng" algn="ctr">
            <a:no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and Graphs 2'!$B$7</c:f>
              <c:strCache>
                <c:ptCount val="1"/>
                <c:pt idx="0">
                  <c:v>Sum of revenue</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 and Graphs 2'!$A$8:$A$13</c:f>
              <c:strCache>
                <c:ptCount val="5"/>
                <c:pt idx="0">
                  <c:v>Barista Espresso</c:v>
                </c:pt>
                <c:pt idx="1">
                  <c:v>Brewed Black tea</c:v>
                </c:pt>
                <c:pt idx="2">
                  <c:v>Brewed Chai tea</c:v>
                </c:pt>
                <c:pt idx="3">
                  <c:v>Gourmet brewed coffee</c:v>
                </c:pt>
                <c:pt idx="4">
                  <c:v>Hot chocolate</c:v>
                </c:pt>
              </c:strCache>
            </c:strRef>
          </c:cat>
          <c:val>
            <c:numRef>
              <c:f>'Pivot table and Graphs 2'!$B$8:$B$13</c:f>
              <c:numCache>
                <c:formatCode>General</c:formatCode>
                <c:ptCount val="5"/>
                <c:pt idx="0">
                  <c:v>91406.200000000055</c:v>
                </c:pt>
                <c:pt idx="1">
                  <c:v>47932</c:v>
                </c:pt>
                <c:pt idx="2">
                  <c:v>77081.950000000012</c:v>
                </c:pt>
                <c:pt idx="3">
                  <c:v>70034.599999999991</c:v>
                </c:pt>
                <c:pt idx="4">
                  <c:v>72416</c:v>
                </c:pt>
              </c:numCache>
            </c:numRef>
          </c:val>
          <c:extLst>
            <c:ext xmlns:c16="http://schemas.microsoft.com/office/drawing/2014/chart" uri="{C3380CC4-5D6E-409C-BE32-E72D297353CC}">
              <c16:uniqueId val="{00000000-C75E-4E6F-A429-7BB3D97E87BD}"/>
            </c:ext>
          </c:extLst>
        </c:ser>
        <c:ser>
          <c:idx val="1"/>
          <c:order val="1"/>
          <c:tx>
            <c:strRef>
              <c:f>'Pivot table and Graphs 2'!$C$7</c:f>
              <c:strCache>
                <c:ptCount val="1"/>
                <c:pt idx="0">
                  <c:v>Count of revenue2</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 and Graphs 2'!$A$8:$A$13</c:f>
              <c:strCache>
                <c:ptCount val="5"/>
                <c:pt idx="0">
                  <c:v>Barista Espresso</c:v>
                </c:pt>
                <c:pt idx="1">
                  <c:v>Brewed Black tea</c:v>
                </c:pt>
                <c:pt idx="2">
                  <c:v>Brewed Chai tea</c:v>
                </c:pt>
                <c:pt idx="3">
                  <c:v>Gourmet brewed coffee</c:v>
                </c:pt>
                <c:pt idx="4">
                  <c:v>Hot chocolate</c:v>
                </c:pt>
              </c:strCache>
            </c:strRef>
          </c:cat>
          <c:val>
            <c:numRef>
              <c:f>'Pivot table and Graphs 2'!$C$8:$C$13</c:f>
              <c:numCache>
                <c:formatCode>General</c:formatCode>
                <c:ptCount val="5"/>
                <c:pt idx="0">
                  <c:v>6246</c:v>
                </c:pt>
                <c:pt idx="1">
                  <c:v>4461</c:v>
                </c:pt>
                <c:pt idx="2">
                  <c:v>6727</c:v>
                </c:pt>
                <c:pt idx="3">
                  <c:v>6688</c:v>
                </c:pt>
                <c:pt idx="4">
                  <c:v>4442</c:v>
                </c:pt>
              </c:numCache>
            </c:numRef>
          </c:val>
          <c:extLst>
            <c:ext xmlns:c16="http://schemas.microsoft.com/office/drawing/2014/chart" uri="{C3380CC4-5D6E-409C-BE32-E72D297353CC}">
              <c16:uniqueId val="{00000001-C75E-4E6F-A429-7BB3D97E87BD}"/>
            </c:ext>
          </c:extLst>
        </c:ser>
        <c:dLbls>
          <c:dLblPos val="inEnd"/>
          <c:showLegendKey val="0"/>
          <c:showVal val="1"/>
          <c:showCatName val="0"/>
          <c:showSerName val="0"/>
          <c:showPercent val="0"/>
          <c:showBubbleSize val="0"/>
        </c:dLbls>
        <c:gapWidth val="65"/>
        <c:axId val="1087725103"/>
        <c:axId val="1430760911"/>
      </c:barChart>
      <c:catAx>
        <c:axId val="108772510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430760911"/>
        <c:crosses val="autoZero"/>
        <c:auto val="1"/>
        <c:lblAlgn val="ctr"/>
        <c:lblOffset val="100"/>
        <c:noMultiLvlLbl val="0"/>
      </c:catAx>
      <c:valAx>
        <c:axId val="1430760911"/>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1087725103"/>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03">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80B55D-A28C-4981-AA30-62D8B2215F35}" type="datetimeFigureOut">
              <a:rPr lang="en-US" smtClean="0"/>
              <a:t>10/11/2026</a:t>
            </a:fld>
            <a:endParaRPr lang="en-US" dirty="0"/>
          </a:p>
        </p:txBody>
      </p:sp>
      <p:sp>
        <p:nvSpPr>
          <p:cNvPr id="4" name="Footer Placeholder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21B084-08CE-4CE2-A230-03FB2D2096EE}" type="slidenum">
              <a:rPr lang="en-US" smtClean="0"/>
              <a:t>‹#›</a:t>
            </a:fld>
            <a:endParaRPr lang="en-US" dirty="0"/>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E07F7-7765-40B0-95C6-6F0178FC4D78}" type="datetimeFigureOut">
              <a:rPr lang="en-US" smtClean="0"/>
              <a:t>10/11/2026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B07EB-3CEE-4B2A-A06F-03C965D4E9F1}" type="slidenum">
              <a:rPr lang="en-US" smtClean="0"/>
              <a:t>‹#›</a:t>
            </a:fld>
            <a:endParaRPr lang="en-US" dirty="0"/>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BFE780-4B97-4708-B97F-94D8ADC6D799}" type="slidenum">
              <a:rPr lang="en-US" smtClean="0"/>
              <a:t>1</a:t>
            </a:fld>
            <a:endParaRPr lang="en-US" dirty="0"/>
          </a:p>
        </p:txBody>
      </p:sp>
    </p:spTree>
    <p:extLst>
      <p:ext uri="{BB962C8B-B14F-4D97-AF65-F5344CB8AC3E}">
        <p14:creationId xmlns:p14="http://schemas.microsoft.com/office/powerpoint/2010/main" val="44667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8C22AF-75C7-433B-B852-69970FBFF62D}" type="slidenum">
              <a:rPr lang="en-US" smtClean="0"/>
              <a:t>2</a:t>
            </a:fld>
            <a:endParaRPr lang="en-US" dirty="0"/>
          </a:p>
        </p:txBody>
      </p:sp>
    </p:spTree>
    <p:extLst>
      <p:ext uri="{BB962C8B-B14F-4D97-AF65-F5344CB8AC3E}">
        <p14:creationId xmlns:p14="http://schemas.microsoft.com/office/powerpoint/2010/main" val="425427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3</a:t>
            </a:fld>
            <a:endParaRPr lang="en-US" dirty="0"/>
          </a:p>
        </p:txBody>
      </p:sp>
    </p:spTree>
    <p:extLst>
      <p:ext uri="{BB962C8B-B14F-4D97-AF65-F5344CB8AC3E}">
        <p14:creationId xmlns:p14="http://schemas.microsoft.com/office/powerpoint/2010/main" val="1359915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4</a:t>
            </a:fld>
            <a:endParaRPr lang="en-US" dirty="0"/>
          </a:p>
        </p:txBody>
      </p:sp>
    </p:spTree>
    <p:extLst>
      <p:ext uri="{BB962C8B-B14F-4D97-AF65-F5344CB8AC3E}">
        <p14:creationId xmlns:p14="http://schemas.microsoft.com/office/powerpoint/2010/main" val="239743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8</a:t>
            </a:fld>
            <a:endParaRPr lang="en-US" dirty="0"/>
          </a:p>
        </p:txBody>
      </p:sp>
    </p:spTree>
    <p:extLst>
      <p:ext uri="{BB962C8B-B14F-4D97-AF65-F5344CB8AC3E}">
        <p14:creationId xmlns:p14="http://schemas.microsoft.com/office/powerpoint/2010/main" val="3378875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10</a:t>
            </a:fld>
            <a:endParaRPr lang="en-US" dirty="0"/>
          </a:p>
        </p:txBody>
      </p:sp>
    </p:spTree>
    <p:extLst>
      <p:ext uri="{BB962C8B-B14F-4D97-AF65-F5344CB8AC3E}">
        <p14:creationId xmlns:p14="http://schemas.microsoft.com/office/powerpoint/2010/main" val="1517567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endParaRPr lang="en-US" dirty="0"/>
          </a:p>
        </p:txBody>
      </p:sp>
      <p:sp useBgFill="1">
        <p:nvSpPr>
          <p:cNvPr id="10" name="Title 1">
            <a:extLst>
              <a:ext uri="{FF2B5EF4-FFF2-40B4-BE49-F238E27FC236}">
                <a16:creationId xmlns:a16="http://schemas.microsoft.com/office/drawing/2014/main" id="{E234E1C5-BD1C-4142-BA62-2A1D902B606D}"/>
              </a:ext>
            </a:extLst>
          </p:cNvPr>
          <p:cNvSpPr>
            <a:spLocks noGrp="1"/>
          </p:cNvSpPr>
          <p:nvPr>
            <p:ph type="ctrTitle"/>
          </p:nvPr>
        </p:nvSpPr>
        <p:spPr>
          <a:xfrm>
            <a:off x="2263430" y="1762887"/>
            <a:ext cx="7665140" cy="2140251"/>
          </a:xfrm>
        </p:spPr>
        <p:txBody>
          <a:bodyPr tIns="365760" anchor="ctr">
            <a:normAutofit/>
          </a:bodyPr>
          <a:lstStyle>
            <a:lvl1pPr algn="ctr">
              <a:defRPr sz="5400"/>
            </a:lvl1pPr>
          </a:lstStyle>
          <a:p>
            <a:endParaRPr lang="en-US" sz="4800" dirty="0"/>
          </a:p>
        </p:txBody>
      </p:sp>
      <p:sp useBgFill="1">
        <p:nvSpPr>
          <p:cNvPr id="12" name="Subtitle 2" descr="Tag=AccentColor&#10;Flavor=Light&#10;Target=Text">
            <a:extLst>
              <a:ext uri="{FF2B5EF4-FFF2-40B4-BE49-F238E27FC236}">
                <a16:creationId xmlns:a16="http://schemas.microsoft.com/office/drawing/2014/main" id="{DED57426-1707-4704-8E09-2F76090515F3}"/>
              </a:ext>
            </a:extLst>
          </p:cNvPr>
          <p:cNvSpPr>
            <a:spLocks noGrp="1"/>
          </p:cNvSpPr>
          <p:nvPr>
            <p:ph type="subTitle" idx="1"/>
          </p:nvPr>
        </p:nvSpPr>
        <p:spPr>
          <a:xfrm>
            <a:off x="2263430" y="3903138"/>
            <a:ext cx="7665139" cy="1191977"/>
          </a:xfrm>
        </p:spPr>
        <p:txBody>
          <a:bodyPr/>
          <a:lstStyle>
            <a:lvl1pPr marL="0" indent="0" algn="ctr">
              <a:buNone/>
              <a:defRPr/>
            </a:lvl1pPr>
          </a:lstStyle>
          <a:p>
            <a:endParaRPr lang="en-US" dirty="0"/>
          </a:p>
        </p:txBody>
      </p:sp>
    </p:spTree>
    <p:extLst>
      <p:ext uri="{BB962C8B-B14F-4D97-AF65-F5344CB8AC3E}">
        <p14:creationId xmlns:p14="http://schemas.microsoft.com/office/powerpoint/2010/main" val="360030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B2FCC-99C4-4C2B-99B4-9C5E13D5344B}"/>
              </a:ext>
            </a:extLst>
          </p:cNvPr>
          <p:cNvSpPr>
            <a:spLocks noGrp="1"/>
          </p:cNvSpPr>
          <p:nvPr>
            <p:ph type="title"/>
          </p:nvPr>
        </p:nvSpPr>
        <p:spPr>
          <a:xfrm>
            <a:off x="8050975" y="782122"/>
            <a:ext cx="3619500" cy="2492828"/>
          </a:xfrm>
        </p:spPr>
        <p:txBody>
          <a:bodyPr anchor="b"/>
          <a:lstStyle>
            <a:lvl1pPr algn="l">
              <a:spcBef>
                <a:spcPts val="960"/>
              </a:spcBef>
              <a:spcAft>
                <a:spcPts val="600"/>
              </a:spcAft>
              <a:defRPr/>
            </a:lvl1pPr>
          </a:lstStyle>
          <a:p>
            <a:r>
              <a:rPr lang="en-GB"/>
              <a:t>Click to edit Master title style</a:t>
            </a:r>
            <a:endParaRPr lang="en-US" dirty="0"/>
          </a:p>
        </p:txBody>
      </p:sp>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4740" y="0"/>
            <a:ext cx="3754712" cy="2675444"/>
          </a:xfrm>
          <a:ln>
            <a:noFill/>
          </a:ln>
        </p:spPr>
        <p:txBody>
          <a:bodyPr/>
          <a:lstStyle/>
          <a:p>
            <a:endParaRPr lang="en-US" dirty="0"/>
          </a:p>
        </p:txBody>
      </p:sp>
      <p:sp>
        <p:nvSpPr>
          <p:cNvPr id="19" name="Picture Placeholder 10">
            <a:extLst>
              <a:ext uri="{FF2B5EF4-FFF2-40B4-BE49-F238E27FC236}">
                <a16:creationId xmlns:a16="http://schemas.microsoft.com/office/drawing/2014/main" id="{B5F49914-A317-424F-9214-203370D7674B}"/>
              </a:ext>
            </a:extLst>
          </p:cNvPr>
          <p:cNvSpPr>
            <a:spLocks noGrp="1"/>
          </p:cNvSpPr>
          <p:nvPr>
            <p:ph type="pic" sz="quarter" idx="14"/>
          </p:nvPr>
        </p:nvSpPr>
        <p:spPr>
          <a:xfrm>
            <a:off x="3749972" y="0"/>
            <a:ext cx="3793815" cy="2675444"/>
          </a:xfrm>
          <a:ln>
            <a:noFill/>
          </a:ln>
        </p:spPr>
        <p:txBody>
          <a:bodyPr/>
          <a:lstStyle/>
          <a:p>
            <a:endParaRPr lang="en-US" dirty="0"/>
          </a:p>
        </p:txBody>
      </p:sp>
      <p:sp>
        <p:nvSpPr>
          <p:cNvPr id="20" name="Picture Placeholder 10">
            <a:extLst>
              <a:ext uri="{FF2B5EF4-FFF2-40B4-BE49-F238E27FC236}">
                <a16:creationId xmlns:a16="http://schemas.microsoft.com/office/drawing/2014/main" id="{B68EE34D-80C0-4CEE-99D1-3C91F6626DFF}"/>
              </a:ext>
            </a:extLst>
          </p:cNvPr>
          <p:cNvSpPr>
            <a:spLocks noGrp="1"/>
          </p:cNvSpPr>
          <p:nvPr>
            <p:ph type="pic" sz="quarter" idx="15"/>
          </p:nvPr>
        </p:nvSpPr>
        <p:spPr>
          <a:xfrm>
            <a:off x="-4740" y="2675444"/>
            <a:ext cx="7543904" cy="4182556"/>
          </a:xfrm>
          <a:ln>
            <a:noFill/>
          </a:ln>
        </p:spPr>
        <p:txBody>
          <a:bodyPr/>
          <a:lstStyle/>
          <a:p>
            <a:endParaRPr lang="en-US" dirty="0"/>
          </a:p>
        </p:txBody>
      </p:sp>
      <p:sp>
        <p:nvSpPr>
          <p:cNvPr id="12" name="Footer Placeholder 4">
            <a:extLst>
              <a:ext uri="{FF2B5EF4-FFF2-40B4-BE49-F238E27FC236}">
                <a16:creationId xmlns:a16="http://schemas.microsoft.com/office/drawing/2014/main" id="{25E34894-A499-4CC3-9F3E-BB0B1268CC35}"/>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23" name="Text Placeholder 22">
            <a:extLst>
              <a:ext uri="{FF2B5EF4-FFF2-40B4-BE49-F238E27FC236}">
                <a16:creationId xmlns:a16="http://schemas.microsoft.com/office/drawing/2014/main" id="{6F37D4A7-7BA4-4331-82C1-818D1B5B05B2}"/>
              </a:ext>
            </a:extLst>
          </p:cNvPr>
          <p:cNvSpPr>
            <a:spLocks noGrp="1"/>
          </p:cNvSpPr>
          <p:nvPr>
            <p:ph type="body" sz="quarter" idx="17"/>
          </p:nvPr>
        </p:nvSpPr>
        <p:spPr>
          <a:xfrm>
            <a:off x="8042275" y="3592286"/>
            <a:ext cx="3619500" cy="1992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4187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p:cNvSpPr>
            <a:spLocks noGrp="1"/>
          </p:cNvSpPr>
          <p:nvPr>
            <p:ph type="ctrTitle"/>
          </p:nvPr>
        </p:nvSpPr>
        <p:spPr>
          <a:xfrm>
            <a:off x="913335" y="1233378"/>
            <a:ext cx="5697102" cy="1405366"/>
          </a:xfrm>
        </p:spPr>
        <p:txBody>
          <a:bodyPr anchor="b">
            <a:noAutofit/>
          </a:bodyPr>
          <a:lstStyle>
            <a:lvl1pPr algn="ctr">
              <a:defRPr sz="4000"/>
            </a:lvl1pPr>
          </a:lstStyle>
          <a:p>
            <a:r>
              <a:rPr lang="en-GB"/>
              <a:t>Click to edit Master title style</a:t>
            </a:r>
            <a:endParaRPr lang="en-US" dirty="0"/>
          </a:p>
        </p:txBody>
      </p:sp>
      <p:sp>
        <p:nvSpPr>
          <p:cNvPr id="3" name="Subtitle 2"/>
          <p:cNvSpPr>
            <a:spLocks noGrp="1"/>
          </p:cNvSpPr>
          <p:nvPr>
            <p:ph type="subTitle" idx="1"/>
          </p:nvPr>
        </p:nvSpPr>
        <p:spPr>
          <a:xfrm>
            <a:off x="913795" y="3002281"/>
            <a:ext cx="5686437" cy="2271393"/>
          </a:xfrm>
        </p:spPr>
        <p:txBody>
          <a:bodyPr anchor="t">
            <a:normAutofit/>
          </a:bodyPr>
          <a:lstStyle>
            <a:lvl1pPr marL="0" indent="0" algn="ctr">
              <a:buNone/>
              <a:defRPr lang="en-US" sz="2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13" name="Picture Placeholder 12">
            <a:extLst>
              <a:ext uri="{FF2B5EF4-FFF2-40B4-BE49-F238E27FC236}">
                <a16:creationId xmlns:a16="http://schemas.microsoft.com/office/drawing/2014/main" id="{F93FCD85-64A9-4257-8703-568A1629E13D}"/>
              </a:ext>
            </a:extLst>
          </p:cNvPr>
          <p:cNvSpPr>
            <a:spLocks noGrp="1"/>
          </p:cNvSpPr>
          <p:nvPr>
            <p:ph type="pic" sz="quarter" idx="13"/>
          </p:nvPr>
        </p:nvSpPr>
        <p:spPr>
          <a:xfrm>
            <a:off x="7596864" y="0"/>
            <a:ext cx="4572000" cy="6858000"/>
          </a:xfrm>
        </p:spPr>
        <p:txBody>
          <a:bodyPr/>
          <a:lstStyle/>
          <a:p>
            <a:endParaRPr lang="en-US" dirty="0"/>
          </a:p>
        </p:txBody>
      </p:sp>
      <p:pic>
        <p:nvPicPr>
          <p:cNvPr id="9" name="Picture 8">
            <a:extLst>
              <a:ext uri="{FF2B5EF4-FFF2-40B4-BE49-F238E27FC236}">
                <a16:creationId xmlns:a16="http://schemas.microsoft.com/office/drawing/2014/main" id="{1A47AB1B-8039-41F6-A255-B03F33FB635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10" name="Date Placeholder 3">
            <a:extLst>
              <a:ext uri="{FF2B5EF4-FFF2-40B4-BE49-F238E27FC236}">
                <a16:creationId xmlns:a16="http://schemas.microsoft.com/office/drawing/2014/main" id="{FBC8FC98-420D-47E9-A6BF-65337349F5D7}"/>
              </a:ext>
            </a:extLst>
          </p:cNvPr>
          <p:cNvSpPr>
            <a:spLocks noGrp="1"/>
          </p:cNvSpPr>
          <p:nvPr>
            <p:ph type="dt" sz="half" idx="10"/>
          </p:nvPr>
        </p:nvSpPr>
        <p:spPr>
          <a:xfrm>
            <a:off x="7678736" y="6000749"/>
            <a:ext cx="2743200" cy="365125"/>
          </a:xfrm>
        </p:spPr>
        <p:txBody>
          <a:bodyPr/>
          <a:lstStyle>
            <a:lvl1pPr>
              <a:defRPr/>
            </a:lvl1pPr>
          </a:lstStyle>
          <a:p>
            <a:r>
              <a:rPr lang="en-US" dirty="0"/>
              <a:t>20XX</a:t>
            </a:r>
          </a:p>
        </p:txBody>
      </p:sp>
      <p:sp>
        <p:nvSpPr>
          <p:cNvPr id="11" name="Slide Number Placeholder 5">
            <a:extLst>
              <a:ext uri="{FF2B5EF4-FFF2-40B4-BE49-F238E27FC236}">
                <a16:creationId xmlns:a16="http://schemas.microsoft.com/office/drawing/2014/main" id="{016EE41C-5E1E-448A-AC09-A8C32B4A87FA}"/>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797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1370693" y="4913529"/>
            <a:ext cx="9440034" cy="680691"/>
          </a:xfrm>
        </p:spPr>
        <p:txBody>
          <a:bodyPr/>
          <a:lstStyle/>
          <a:p>
            <a:r>
              <a:rPr lang="en-GB"/>
              <a:t>Click to edit Master title style</a:t>
            </a:r>
            <a:endParaRPr lang="en-US" dirty="0"/>
          </a:p>
        </p:txBody>
      </p:sp>
      <p:sp>
        <p:nvSpPr>
          <p:cNvPr id="8" name="Subtitle 2">
            <a:extLst>
              <a:ext uri="{FF2B5EF4-FFF2-40B4-BE49-F238E27FC236}">
                <a16:creationId xmlns:a16="http://schemas.microsoft.com/office/drawing/2014/main" id="{29CC1453-4E18-4960-B6D5-529F625B9A3C}"/>
              </a:ext>
            </a:extLst>
          </p:cNvPr>
          <p:cNvSpPr>
            <a:spLocks noGrp="1"/>
          </p:cNvSpPr>
          <p:nvPr>
            <p:ph type="subTitle" idx="1"/>
          </p:nvPr>
        </p:nvSpPr>
        <p:spPr>
          <a:xfrm>
            <a:off x="1370693" y="5713343"/>
            <a:ext cx="9440034" cy="436942"/>
          </a:xfrm>
        </p:spPr>
        <p:txBody>
          <a:bodyPr/>
          <a:lstStyle>
            <a:lvl1pPr marL="36900" indent="0" algn="ctr">
              <a:buNone/>
              <a:defRPr/>
            </a:lvl1pPr>
          </a:lstStyle>
          <a:p>
            <a:r>
              <a:rPr lang="en-GB"/>
              <a:t>Click to edit Master subtitle style</a:t>
            </a:r>
            <a:endParaRPr lang="en-US" dirty="0"/>
          </a:p>
        </p:txBody>
      </p:sp>
      <p:sp>
        <p:nvSpPr>
          <p:cNvPr id="16" name="Picture Placeholder 15">
            <a:extLst>
              <a:ext uri="{FF2B5EF4-FFF2-40B4-BE49-F238E27FC236}">
                <a16:creationId xmlns:a16="http://schemas.microsoft.com/office/drawing/2014/main" id="{ADDA07CD-6F66-4875-B1ED-5D11B9642B31}"/>
              </a:ext>
            </a:extLst>
          </p:cNvPr>
          <p:cNvSpPr>
            <a:spLocks noGrp="1"/>
          </p:cNvSpPr>
          <p:nvPr>
            <p:ph type="pic" sz="quarter" idx="13"/>
          </p:nvPr>
        </p:nvSpPr>
        <p:spPr>
          <a:xfrm>
            <a:off x="642938" y="642938"/>
            <a:ext cx="5130800" cy="3303587"/>
          </a:xfrm>
        </p:spPr>
        <p:txBody>
          <a:bodyPr/>
          <a:lstStyle/>
          <a:p>
            <a:endParaRPr lang="en-US" dirty="0"/>
          </a:p>
        </p:txBody>
      </p:sp>
      <p:sp>
        <p:nvSpPr>
          <p:cNvPr id="17" name="Picture Placeholder 15">
            <a:extLst>
              <a:ext uri="{FF2B5EF4-FFF2-40B4-BE49-F238E27FC236}">
                <a16:creationId xmlns:a16="http://schemas.microsoft.com/office/drawing/2014/main" id="{E1CB1643-335F-4FF9-8A42-C5652761302E}"/>
              </a:ext>
            </a:extLst>
          </p:cNvPr>
          <p:cNvSpPr>
            <a:spLocks noGrp="1"/>
          </p:cNvSpPr>
          <p:nvPr>
            <p:ph type="pic" sz="quarter" idx="14"/>
          </p:nvPr>
        </p:nvSpPr>
        <p:spPr>
          <a:xfrm>
            <a:off x="6417733" y="642937"/>
            <a:ext cx="5130800" cy="3303587"/>
          </a:xfrm>
        </p:spPr>
        <p:txBody>
          <a:bodyPr/>
          <a:lstStyle/>
          <a:p>
            <a:endParaRPr lang="en-US" dirty="0"/>
          </a:p>
        </p:txBody>
      </p:sp>
      <p:pic>
        <p:nvPicPr>
          <p:cNvPr id="9" name="Picture 8">
            <a:extLst>
              <a:ext uri="{FF2B5EF4-FFF2-40B4-BE49-F238E27FC236}">
                <a16:creationId xmlns:a16="http://schemas.microsoft.com/office/drawing/2014/main" id="{44843549-5E1B-48B7-A510-624588410748}"/>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12192001" cy="4322278"/>
          </a:xfrm>
          <a:prstGeom prst="rect">
            <a:avLst/>
          </a:prstGeom>
        </p:spPr>
      </p:pic>
      <p:cxnSp>
        <p:nvCxnSpPr>
          <p:cNvPr id="11" name="Straight Connector 10">
            <a:extLst>
              <a:ext uri="{FF2B5EF4-FFF2-40B4-BE49-F238E27FC236}">
                <a16:creationId xmlns:a16="http://schemas.microsoft.com/office/drawing/2014/main" id="{43B5FF67-7EEC-4AB0-8445-132F99922894}"/>
              </a:ext>
              <a:ext uri="{C183D7F6-B498-43B3-948B-1728B52AA6E4}">
                <adec:decorative xmlns:adec="http://schemas.microsoft.com/office/drawing/2017/decorative" val="1"/>
              </a:ext>
            </a:extLst>
          </p:cNvPr>
          <p:cNvCxnSpPr/>
          <p:nvPr userDrawn="1"/>
        </p:nvCxnSpPr>
        <p:spPr>
          <a:xfrm>
            <a:off x="6096000" y="1609536"/>
            <a:ext cx="0" cy="1371600"/>
          </a:xfrm>
          <a:prstGeom prst="line">
            <a:avLst/>
          </a:prstGeom>
          <a:ln w="19050">
            <a:solidFill>
              <a:schemeClr val="tx1">
                <a:lumMod val="75000"/>
              </a:schemeClr>
            </a:solidFill>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17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time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7290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754A53-50F5-4BFC-9D4B-69FF19B5766A}"/>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2" name="Title 1">
            <a:extLst>
              <a:ext uri="{FF2B5EF4-FFF2-40B4-BE49-F238E27FC236}">
                <a16:creationId xmlns:a16="http://schemas.microsoft.com/office/drawing/2014/main" id="{5EE3AA4C-F452-4742-B62F-D92ACEB05867}"/>
              </a:ext>
            </a:extLst>
          </p:cNvPr>
          <p:cNvSpPr>
            <a:spLocks noGrp="1"/>
          </p:cNvSpPr>
          <p:nvPr>
            <p:ph type="title"/>
          </p:nvPr>
        </p:nvSpPr>
        <p:spPr>
          <a:xfrm>
            <a:off x="1158948" y="1233378"/>
            <a:ext cx="5441285" cy="2911902"/>
          </a:xfrm>
        </p:spPr>
        <p:txBody>
          <a:bodyPr>
            <a:normAutofit/>
          </a:bodyPr>
          <a:lstStyle>
            <a:lvl1pPr>
              <a:defRPr sz="4400"/>
            </a:lvl1pPr>
          </a:lstStyle>
          <a:p>
            <a:r>
              <a:rPr lang="en-GB"/>
              <a:t>Click to edit Master title style</a:t>
            </a:r>
            <a:endParaRPr lang="en-US" dirty="0"/>
          </a:p>
        </p:txBody>
      </p:sp>
      <p:sp>
        <p:nvSpPr>
          <p:cNvPr id="7" name="Subtitle 2">
            <a:extLst>
              <a:ext uri="{FF2B5EF4-FFF2-40B4-BE49-F238E27FC236}">
                <a16:creationId xmlns:a16="http://schemas.microsoft.com/office/drawing/2014/main" id="{C4A6F582-B177-429F-8965-8FC2335DBCC9}"/>
              </a:ext>
            </a:extLst>
          </p:cNvPr>
          <p:cNvSpPr>
            <a:spLocks noGrp="1"/>
          </p:cNvSpPr>
          <p:nvPr>
            <p:ph type="subTitle" idx="1"/>
          </p:nvPr>
        </p:nvSpPr>
        <p:spPr>
          <a:xfrm>
            <a:off x="1158948" y="4495800"/>
            <a:ext cx="5441286" cy="777874"/>
          </a:xfrm>
        </p:spPr>
        <p:txBody>
          <a:bodyPr/>
          <a:lstStyle>
            <a:lvl1pPr marL="36900" indent="0" algn="ctr">
              <a:buNone/>
              <a:defRPr/>
            </a:lvl1pPr>
          </a:lstStyle>
          <a:p>
            <a:endParaRPr lang="en-US" dirty="0"/>
          </a:p>
        </p:txBody>
      </p:sp>
      <p:sp>
        <p:nvSpPr>
          <p:cNvPr id="4" name="Footer Placeholder 3">
            <a:extLst>
              <a:ext uri="{FF2B5EF4-FFF2-40B4-BE49-F238E27FC236}">
                <a16:creationId xmlns:a16="http://schemas.microsoft.com/office/drawing/2014/main" id="{D5708956-7306-4C30-B1DF-68E2666A233C}"/>
              </a:ext>
            </a:extLst>
          </p:cNvPr>
          <p:cNvSpPr>
            <a:spLocks noGrp="1"/>
          </p:cNvSpPr>
          <p:nvPr>
            <p:ph type="ftr" sz="quarter" idx="11"/>
          </p:nvPr>
        </p:nvSpPr>
        <p:spPr>
          <a:xfrm>
            <a:off x="913796" y="6000749"/>
            <a:ext cx="5686438" cy="365125"/>
          </a:xfrm>
        </p:spPr>
        <p:txBody>
          <a:bodyPr/>
          <a:lstStyle/>
          <a:p>
            <a:r>
              <a:rPr lang="en-US" dirty="0"/>
              <a:t>Sample footer text</a:t>
            </a:r>
          </a:p>
        </p:txBody>
      </p:sp>
      <p:sp>
        <p:nvSpPr>
          <p:cNvPr id="17" name="Picture Placeholder 16">
            <a:extLst>
              <a:ext uri="{FF2B5EF4-FFF2-40B4-BE49-F238E27FC236}">
                <a16:creationId xmlns:a16="http://schemas.microsoft.com/office/drawing/2014/main" id="{F5FA9922-F4B7-458A-B446-58C5673A30DC}"/>
              </a:ext>
            </a:extLst>
          </p:cNvPr>
          <p:cNvSpPr>
            <a:spLocks noGrp="1"/>
          </p:cNvSpPr>
          <p:nvPr>
            <p:ph type="pic" sz="quarter" idx="12"/>
          </p:nvPr>
        </p:nvSpPr>
        <p:spPr>
          <a:xfrm>
            <a:off x="7848600" y="642938"/>
            <a:ext cx="3700463" cy="2625725"/>
          </a:xfrm>
        </p:spPr>
        <p:txBody>
          <a:bodyPr/>
          <a:lstStyle/>
          <a:p>
            <a:endParaRPr lang="en-US" dirty="0"/>
          </a:p>
        </p:txBody>
      </p:sp>
      <p:sp>
        <p:nvSpPr>
          <p:cNvPr id="18" name="Picture Placeholder 16">
            <a:extLst>
              <a:ext uri="{FF2B5EF4-FFF2-40B4-BE49-F238E27FC236}">
                <a16:creationId xmlns:a16="http://schemas.microsoft.com/office/drawing/2014/main" id="{A931B751-CD27-4E96-B65A-1D983D265034}"/>
              </a:ext>
            </a:extLst>
          </p:cNvPr>
          <p:cNvSpPr>
            <a:spLocks noGrp="1"/>
          </p:cNvSpPr>
          <p:nvPr>
            <p:ph type="pic" sz="quarter" idx="13"/>
          </p:nvPr>
        </p:nvSpPr>
        <p:spPr>
          <a:xfrm>
            <a:off x="7848600" y="3600901"/>
            <a:ext cx="3700463" cy="2625725"/>
          </a:xfrm>
        </p:spPr>
        <p:txBody>
          <a:bodyPr/>
          <a:lstStyle/>
          <a:p>
            <a:endParaRPr lang="en-US" dirty="0"/>
          </a:p>
        </p:txBody>
      </p:sp>
    </p:spTree>
    <p:extLst>
      <p:ext uri="{BB962C8B-B14F-4D97-AF65-F5344CB8AC3E}">
        <p14:creationId xmlns:p14="http://schemas.microsoft.com/office/powerpoint/2010/main" val="126780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B87676-021D-46A4-8D5E-AAB45A5F2EB7}"/>
              </a:ext>
              <a:ext uri="{C183D7F6-B498-43B3-948B-1728B52AA6E4}">
                <adec:decorative xmlns:adec="http://schemas.microsoft.com/office/drawing/2017/decorative" val="1"/>
              </a:ext>
            </a:extLst>
          </p:cNvPr>
          <p:cNvSpPr/>
          <p:nvPr userDrawn="1"/>
        </p:nvSpPr>
        <p:spPr>
          <a:xfrm>
            <a:off x="660053"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GB"/>
              <a:t>Click to edit Master title style</a:t>
            </a:r>
            <a:endParaRPr lang="en-US" dirty="0"/>
          </a:p>
        </p:txBody>
      </p:sp>
      <p:sp>
        <p:nvSpPr>
          <p:cNvPr id="32" name="Picture Placeholder 31">
            <a:extLst>
              <a:ext uri="{FF2B5EF4-FFF2-40B4-BE49-F238E27FC236}">
                <a16:creationId xmlns:a16="http://schemas.microsoft.com/office/drawing/2014/main" id="{3E2461C8-280B-42BE-8793-5F1B2C4C0A30}"/>
              </a:ext>
            </a:extLst>
          </p:cNvPr>
          <p:cNvSpPr>
            <a:spLocks noGrp="1"/>
          </p:cNvSpPr>
          <p:nvPr>
            <p:ph type="pic" sz="quarter" idx="13"/>
          </p:nvPr>
        </p:nvSpPr>
        <p:spPr>
          <a:xfrm>
            <a:off x="913796" y="2327275"/>
            <a:ext cx="1827818" cy="2181225"/>
          </a:xfrm>
        </p:spPr>
        <p:txBody>
          <a:bodyPr/>
          <a:lstStyle/>
          <a:p>
            <a:endParaRPr lang="en-US" dirty="0"/>
          </a:p>
        </p:txBody>
      </p:sp>
      <p:sp>
        <p:nvSpPr>
          <p:cNvPr id="10" name="Rectangle 9">
            <a:extLst>
              <a:ext uri="{FF2B5EF4-FFF2-40B4-BE49-F238E27FC236}">
                <a16:creationId xmlns:a16="http://schemas.microsoft.com/office/drawing/2014/main" id="{B256D654-5693-4897-AD58-F42CEECEC0EF}"/>
              </a:ext>
              <a:ext uri="{C183D7F6-B498-43B3-948B-1728B52AA6E4}">
                <adec:decorative xmlns:adec="http://schemas.microsoft.com/office/drawing/2017/decorative" val="1"/>
              </a:ext>
            </a:extLst>
          </p:cNvPr>
          <p:cNvSpPr/>
          <p:nvPr userDrawn="1"/>
        </p:nvSpPr>
        <p:spPr>
          <a:xfrm>
            <a:off x="3452764"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E7D5C18-F020-4168-9A98-D4162006A81B}"/>
              </a:ext>
              <a:ext uri="{C183D7F6-B498-43B3-948B-1728B52AA6E4}">
                <adec:decorative xmlns:adec="http://schemas.microsoft.com/office/drawing/2017/decorative" val="1"/>
              </a:ext>
            </a:extLst>
          </p:cNvPr>
          <p:cNvSpPr/>
          <p:nvPr userDrawn="1"/>
        </p:nvSpPr>
        <p:spPr>
          <a:xfrm>
            <a:off x="6245475"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319BC3A-55C2-47AD-93E5-368070939BF6}"/>
              </a:ext>
              <a:ext uri="{C183D7F6-B498-43B3-948B-1728B52AA6E4}">
                <adec:decorative xmlns:adec="http://schemas.microsoft.com/office/drawing/2017/decorative" val="1"/>
              </a:ext>
            </a:extLst>
          </p:cNvPr>
          <p:cNvSpPr/>
          <p:nvPr userDrawn="1"/>
        </p:nvSpPr>
        <p:spPr>
          <a:xfrm>
            <a:off x="9038186" y="2043502"/>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Picture Placeholder 31">
            <a:extLst>
              <a:ext uri="{FF2B5EF4-FFF2-40B4-BE49-F238E27FC236}">
                <a16:creationId xmlns:a16="http://schemas.microsoft.com/office/drawing/2014/main" id="{E249A1C0-506E-4C49-A763-DA0BF00B5AFC}"/>
              </a:ext>
            </a:extLst>
          </p:cNvPr>
          <p:cNvSpPr>
            <a:spLocks noGrp="1"/>
          </p:cNvSpPr>
          <p:nvPr>
            <p:ph type="pic" sz="quarter" idx="14"/>
          </p:nvPr>
        </p:nvSpPr>
        <p:spPr>
          <a:xfrm>
            <a:off x="3718593" y="2327275"/>
            <a:ext cx="1827818" cy="2181225"/>
          </a:xfrm>
        </p:spPr>
        <p:txBody>
          <a:bodyPr/>
          <a:lstStyle/>
          <a:p>
            <a:endParaRPr lang="en-US" dirty="0"/>
          </a:p>
        </p:txBody>
      </p:sp>
      <p:sp>
        <p:nvSpPr>
          <p:cNvPr id="34" name="Picture Placeholder 31">
            <a:extLst>
              <a:ext uri="{FF2B5EF4-FFF2-40B4-BE49-F238E27FC236}">
                <a16:creationId xmlns:a16="http://schemas.microsoft.com/office/drawing/2014/main" id="{C9B12B3E-6E6A-4B9F-BCDC-ABAB3007AE6C}"/>
              </a:ext>
            </a:extLst>
          </p:cNvPr>
          <p:cNvSpPr>
            <a:spLocks noGrp="1"/>
          </p:cNvSpPr>
          <p:nvPr>
            <p:ph type="pic" sz="quarter" idx="15"/>
          </p:nvPr>
        </p:nvSpPr>
        <p:spPr>
          <a:xfrm>
            <a:off x="6511305" y="2327275"/>
            <a:ext cx="1827818" cy="2181225"/>
          </a:xfrm>
        </p:spPr>
        <p:txBody>
          <a:bodyPr/>
          <a:lstStyle/>
          <a:p>
            <a:endParaRPr lang="en-US" dirty="0"/>
          </a:p>
        </p:txBody>
      </p:sp>
      <p:sp>
        <p:nvSpPr>
          <p:cNvPr id="35" name="Picture Placeholder 31">
            <a:extLst>
              <a:ext uri="{FF2B5EF4-FFF2-40B4-BE49-F238E27FC236}">
                <a16:creationId xmlns:a16="http://schemas.microsoft.com/office/drawing/2014/main" id="{961CEF8D-8303-439E-BDF8-3983FAE33E12}"/>
              </a:ext>
            </a:extLst>
          </p:cNvPr>
          <p:cNvSpPr>
            <a:spLocks noGrp="1"/>
          </p:cNvSpPr>
          <p:nvPr>
            <p:ph type="pic" sz="quarter" idx="16"/>
          </p:nvPr>
        </p:nvSpPr>
        <p:spPr>
          <a:xfrm>
            <a:off x="9304015" y="2327275"/>
            <a:ext cx="1827818" cy="2181225"/>
          </a:xfrm>
        </p:spPr>
        <p:txBody>
          <a:bodyPr/>
          <a:lstStyle/>
          <a:p>
            <a:endParaRPr lang="en-US" dirty="0"/>
          </a:p>
        </p:txBody>
      </p:sp>
      <p:sp>
        <p:nvSpPr>
          <p:cNvPr id="36" name="Text Placeholder 27">
            <a:extLst>
              <a:ext uri="{FF2B5EF4-FFF2-40B4-BE49-F238E27FC236}">
                <a16:creationId xmlns:a16="http://schemas.microsoft.com/office/drawing/2014/main" id="{4BDD0E13-DDEB-44F9-8676-F70405015877}"/>
              </a:ext>
            </a:extLst>
          </p:cNvPr>
          <p:cNvSpPr>
            <a:spLocks noGrp="1"/>
          </p:cNvSpPr>
          <p:nvPr>
            <p:ph type="body" sz="quarter" idx="17"/>
          </p:nvPr>
        </p:nvSpPr>
        <p:spPr>
          <a:xfrm>
            <a:off x="66005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37" name="Text Placeholder 27">
            <a:extLst>
              <a:ext uri="{FF2B5EF4-FFF2-40B4-BE49-F238E27FC236}">
                <a16:creationId xmlns:a16="http://schemas.microsoft.com/office/drawing/2014/main" id="{51948158-9C97-4517-B0D3-4085249937AC}"/>
              </a:ext>
            </a:extLst>
          </p:cNvPr>
          <p:cNvSpPr>
            <a:spLocks noGrp="1"/>
          </p:cNvSpPr>
          <p:nvPr>
            <p:ph type="body" sz="quarter" idx="18"/>
          </p:nvPr>
        </p:nvSpPr>
        <p:spPr>
          <a:xfrm>
            <a:off x="66005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38" name="Text Placeholder 27">
            <a:extLst>
              <a:ext uri="{FF2B5EF4-FFF2-40B4-BE49-F238E27FC236}">
                <a16:creationId xmlns:a16="http://schemas.microsoft.com/office/drawing/2014/main" id="{CA53CE84-6890-4263-ABB8-F39819C6A432}"/>
              </a:ext>
            </a:extLst>
          </p:cNvPr>
          <p:cNvSpPr>
            <a:spLocks noGrp="1"/>
          </p:cNvSpPr>
          <p:nvPr>
            <p:ph type="body" sz="quarter" idx="19"/>
          </p:nvPr>
        </p:nvSpPr>
        <p:spPr>
          <a:xfrm>
            <a:off x="345276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39" name="Text Placeholder 27">
            <a:extLst>
              <a:ext uri="{FF2B5EF4-FFF2-40B4-BE49-F238E27FC236}">
                <a16:creationId xmlns:a16="http://schemas.microsoft.com/office/drawing/2014/main" id="{2C891989-38F5-4F8A-AD02-DBBD0666D172}"/>
              </a:ext>
            </a:extLst>
          </p:cNvPr>
          <p:cNvSpPr>
            <a:spLocks noGrp="1"/>
          </p:cNvSpPr>
          <p:nvPr>
            <p:ph type="body" sz="quarter" idx="20"/>
          </p:nvPr>
        </p:nvSpPr>
        <p:spPr>
          <a:xfrm>
            <a:off x="345276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40" name="Text Placeholder 27">
            <a:extLst>
              <a:ext uri="{FF2B5EF4-FFF2-40B4-BE49-F238E27FC236}">
                <a16:creationId xmlns:a16="http://schemas.microsoft.com/office/drawing/2014/main" id="{470811B1-7881-44B2-88EA-0D7D0EE5CB0B}"/>
              </a:ext>
            </a:extLst>
          </p:cNvPr>
          <p:cNvSpPr>
            <a:spLocks noGrp="1"/>
          </p:cNvSpPr>
          <p:nvPr>
            <p:ph type="body" sz="quarter" idx="21"/>
          </p:nvPr>
        </p:nvSpPr>
        <p:spPr>
          <a:xfrm>
            <a:off x="624547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41" name="Text Placeholder 27">
            <a:extLst>
              <a:ext uri="{FF2B5EF4-FFF2-40B4-BE49-F238E27FC236}">
                <a16:creationId xmlns:a16="http://schemas.microsoft.com/office/drawing/2014/main" id="{42DCE357-186A-457C-951C-49B33EE59FBF}"/>
              </a:ext>
            </a:extLst>
          </p:cNvPr>
          <p:cNvSpPr>
            <a:spLocks noGrp="1"/>
          </p:cNvSpPr>
          <p:nvPr>
            <p:ph type="body" sz="quarter" idx="22"/>
          </p:nvPr>
        </p:nvSpPr>
        <p:spPr>
          <a:xfrm>
            <a:off x="624547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42" name="Text Placeholder 27">
            <a:extLst>
              <a:ext uri="{FF2B5EF4-FFF2-40B4-BE49-F238E27FC236}">
                <a16:creationId xmlns:a16="http://schemas.microsoft.com/office/drawing/2014/main" id="{125640C8-2610-4EE2-B7DB-43B69762CA69}"/>
              </a:ext>
            </a:extLst>
          </p:cNvPr>
          <p:cNvSpPr>
            <a:spLocks noGrp="1"/>
          </p:cNvSpPr>
          <p:nvPr>
            <p:ph type="body" sz="quarter" idx="23"/>
          </p:nvPr>
        </p:nvSpPr>
        <p:spPr>
          <a:xfrm>
            <a:off x="903818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43" name="Text Placeholder 27">
            <a:extLst>
              <a:ext uri="{FF2B5EF4-FFF2-40B4-BE49-F238E27FC236}">
                <a16:creationId xmlns:a16="http://schemas.microsoft.com/office/drawing/2014/main" id="{A681FDE6-437A-4435-B435-9E095137BA70}"/>
              </a:ext>
            </a:extLst>
          </p:cNvPr>
          <p:cNvSpPr>
            <a:spLocks noGrp="1"/>
          </p:cNvSpPr>
          <p:nvPr>
            <p:ph type="body" sz="quarter" idx="24"/>
          </p:nvPr>
        </p:nvSpPr>
        <p:spPr>
          <a:xfrm>
            <a:off x="903818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GB"/>
              <a:t>Click to edit Master text styles</a:t>
            </a:r>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800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928224A9-CB7A-4D21-8CA0-38125E29837E}"/>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4426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040" y="1734506"/>
            <a:ext cx="3359592"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6204" y="1734506"/>
            <a:ext cx="3359592" cy="4099959"/>
          </a:xfrm>
          <a:prstGeom prst="rect">
            <a:avLst/>
          </a:prstGeom>
        </p:spPr>
      </p:pic>
      <p:sp>
        <p:nvSpPr>
          <p:cNvPr id="3" name="Text Placeholder 2"/>
          <p:cNvSpPr>
            <a:spLocks noGrp="1"/>
          </p:cNvSpPr>
          <p:nvPr>
            <p:ph type="body" idx="1"/>
          </p:nvPr>
        </p:nvSpPr>
        <p:spPr>
          <a:xfrm>
            <a:off x="1001623" y="1855153"/>
            <a:ext cx="318294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01623" y="2702103"/>
            <a:ext cx="318294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4995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4995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2" name="Picture 11">
            <a:extLst>
              <a:ext uri="{FF2B5EF4-FFF2-40B4-BE49-F238E27FC236}">
                <a16:creationId xmlns:a16="http://schemas.microsoft.com/office/drawing/2014/main" id="{2CB356B5-0EDC-4245-8878-C19DA25A30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51904" y="1734506"/>
            <a:ext cx="3359592" cy="4099959"/>
          </a:xfrm>
          <a:prstGeom prst="rect">
            <a:avLst/>
          </a:prstGeom>
        </p:spPr>
      </p:pic>
      <p:sp>
        <p:nvSpPr>
          <p:cNvPr id="13" name="Text Placeholder 4">
            <a:extLst>
              <a:ext uri="{FF2B5EF4-FFF2-40B4-BE49-F238E27FC236}">
                <a16:creationId xmlns:a16="http://schemas.microsoft.com/office/drawing/2014/main" id="{556C3DD2-AE94-4BA5-920E-A7EEE19296E8}"/>
              </a:ext>
            </a:extLst>
          </p:cNvPr>
          <p:cNvSpPr>
            <a:spLocks noGrp="1"/>
          </p:cNvSpPr>
          <p:nvPr>
            <p:ph type="body" sz="quarter" idx="13"/>
          </p:nvPr>
        </p:nvSpPr>
        <p:spPr>
          <a:xfrm>
            <a:off x="80352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4" name="Content Placeholder 5">
            <a:extLst>
              <a:ext uri="{FF2B5EF4-FFF2-40B4-BE49-F238E27FC236}">
                <a16:creationId xmlns:a16="http://schemas.microsoft.com/office/drawing/2014/main" id="{04BCB055-753B-4006-BF3C-73FC5A3C25D9}"/>
              </a:ext>
            </a:extLst>
          </p:cNvPr>
          <p:cNvSpPr>
            <a:spLocks noGrp="1"/>
          </p:cNvSpPr>
          <p:nvPr>
            <p:ph sz="quarter" idx="14"/>
          </p:nvPr>
        </p:nvSpPr>
        <p:spPr>
          <a:xfrm>
            <a:off x="80352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CE1D954F-2A50-4751-9E47-BB4B7BD615A3}"/>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73162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FDB9BCB-0C27-46E1-90C0-AADF0054184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0649" y="1"/>
            <a:ext cx="4690532" cy="6858000"/>
          </a:xfrm>
          <a:prstGeom prst="rect">
            <a:avLst/>
          </a:prstGeom>
        </p:spPr>
      </p:pic>
      <p:sp>
        <p:nvSpPr>
          <p:cNvPr id="2" name="Title 1"/>
          <p:cNvSpPr>
            <a:spLocks noGrp="1"/>
          </p:cNvSpPr>
          <p:nvPr>
            <p:ph type="title"/>
          </p:nvPr>
        </p:nvSpPr>
        <p:spPr>
          <a:xfrm>
            <a:off x="5369441" y="1233378"/>
            <a:ext cx="5898114" cy="1357422"/>
          </a:xfrm>
        </p:spPr>
        <p:txBody>
          <a:bodyPr anchor="b">
            <a:noAutofit/>
          </a:bodyPr>
          <a:lstStyle>
            <a:lvl1pPr algn="ctr">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GB"/>
              <a:t>Click to edit Master title style</a:t>
            </a:r>
            <a:endParaRPr lang="en-US" dirty="0"/>
          </a:p>
        </p:txBody>
      </p:sp>
      <p:sp>
        <p:nvSpPr>
          <p:cNvPr id="10" name="Subtitle 2" descr="Tag=AccentColor&#10;Flavor=Light&#10;Target=Text">
            <a:extLst>
              <a:ext uri="{FF2B5EF4-FFF2-40B4-BE49-F238E27FC236}">
                <a16:creationId xmlns:a16="http://schemas.microsoft.com/office/drawing/2014/main" id="{61821B46-FA47-4BEB-A735-3A8E1161FD7A}"/>
              </a:ext>
            </a:extLst>
          </p:cNvPr>
          <p:cNvSpPr>
            <a:spLocks noGrp="1"/>
          </p:cNvSpPr>
          <p:nvPr>
            <p:ph type="subTitle" idx="13"/>
          </p:nvPr>
        </p:nvSpPr>
        <p:spPr>
          <a:xfrm>
            <a:off x="5369440" y="2895601"/>
            <a:ext cx="5898115" cy="2378074"/>
          </a:xfrm>
        </p:spPr>
        <p:txBody>
          <a:bodyPr>
            <a:normAutofit/>
          </a:bodyPr>
          <a:lstStyle>
            <a:lvl1pPr marL="36900" indent="0">
              <a:buNone/>
              <a:defRPr/>
            </a:lvl1pPr>
          </a:lstStyle>
          <a:p>
            <a:endParaRPr lang="en-US" dirty="0"/>
          </a:p>
        </p:txBody>
      </p:sp>
      <p:sp>
        <p:nvSpPr>
          <p:cNvPr id="13" name="Picture Placeholder 12">
            <a:extLst>
              <a:ext uri="{FF2B5EF4-FFF2-40B4-BE49-F238E27FC236}">
                <a16:creationId xmlns:a16="http://schemas.microsoft.com/office/drawing/2014/main" id="{CF220894-C699-4E12-9EB4-2318F23E4AAF}"/>
              </a:ext>
            </a:extLst>
          </p:cNvPr>
          <p:cNvSpPr>
            <a:spLocks noGrp="1"/>
          </p:cNvSpPr>
          <p:nvPr>
            <p:ph type="pic" sz="quarter" idx="14"/>
          </p:nvPr>
        </p:nvSpPr>
        <p:spPr>
          <a:xfrm>
            <a:off x="-11113" y="0"/>
            <a:ext cx="4583113" cy="6858000"/>
          </a:xfrm>
        </p:spPr>
        <p:txBody>
          <a:bodyPr/>
          <a:lstStyle/>
          <a:p>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5" name="Date Placeholder 4"/>
          <p:cNvSpPr>
            <a:spLocks noGrp="1"/>
          </p:cNvSpPr>
          <p:nvPr>
            <p:ph type="dt" sz="half" idx="10"/>
          </p:nvPr>
        </p:nvSpPr>
        <p:spPr/>
        <p:txBody>
          <a:bodyPr/>
          <a:lstStyle>
            <a:lvl1pPr>
              <a:defRPr/>
            </a:lvl1pPr>
          </a:lstStyle>
          <a:p>
            <a:r>
              <a:rPr lang="en-US" dirty="0"/>
              <a:t>20XX</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7903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endParaRPr lang="en-US" dirty="0"/>
          </a:p>
        </p:txBody>
      </p:sp>
      <p:sp useBgFill="1">
        <p:nvSpPr>
          <p:cNvPr id="2" name="Title 1"/>
          <p:cNvSpPr>
            <a:spLocks noGrp="1"/>
          </p:cNvSpPr>
          <p:nvPr>
            <p:ph type="ctrTitle"/>
          </p:nvPr>
        </p:nvSpPr>
        <p:spPr>
          <a:xfrm>
            <a:off x="1146676" y="1572884"/>
            <a:ext cx="4100417" cy="2585050"/>
          </a:xfrm>
        </p:spPr>
        <p:txBody>
          <a:bodyPr lIns="274320" anchor="ctr">
            <a:normAutofit/>
          </a:bodyPr>
          <a:lstStyle>
            <a:lvl1pPr algn="l">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GB"/>
              <a:t>Click to edit Master title style</a:t>
            </a:r>
            <a:endParaRPr lang="en-US" dirty="0"/>
          </a:p>
        </p:txBody>
      </p:sp>
      <p:sp useBgFill="1">
        <p:nvSpPr>
          <p:cNvPr id="3" name="Subtitle 2"/>
          <p:cNvSpPr>
            <a:spLocks noGrp="1"/>
          </p:cNvSpPr>
          <p:nvPr>
            <p:ph type="subTitle" idx="1"/>
          </p:nvPr>
        </p:nvSpPr>
        <p:spPr>
          <a:xfrm>
            <a:off x="1146675" y="4157934"/>
            <a:ext cx="4100418" cy="1446364"/>
          </a:xfrm>
        </p:spPr>
        <p:txBody>
          <a:bodyPr lIns="274320" anchor="t">
            <a:normAutofit/>
          </a:bodyPr>
          <a:lstStyle>
            <a:lvl1pPr marL="342900" indent="-306000" algn="l" defTabSz="457200" rtl="0" eaLnBrk="1" latinLnBrk="0" hangingPunct="1">
              <a:lnSpc>
                <a:spcPct val="80000"/>
              </a:lnSpc>
              <a:spcBef>
                <a:spcPct val="20000"/>
              </a:spcBef>
              <a:spcAft>
                <a:spcPts val="600"/>
              </a:spcAft>
              <a:buClr>
                <a:schemeClr val="tx2"/>
              </a:buClr>
              <a:buSzPct val="70000"/>
              <a:buFont typeface="Wingdings 2" charset="2"/>
              <a:buChar char=""/>
              <a:defRPr lang="en-US" sz="16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86425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20XX</a:t>
            </a:r>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Sample footer text</a:t>
            </a:r>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4170521828"/>
      </p:ext>
    </p:extLst>
  </p:cSld>
  <p:clrMap bg1="dk1" tx1="lt1" bg2="dk2" tx2="lt2" accent1="accent1" accent2="accent2" accent3="accent3" accent4="accent4" accent5="accent5" accent6="accent6" hlink="hlink" folHlink="folHlink"/>
  <p:sldLayoutIdLst>
    <p:sldLayoutId id="2147483682" r:id="rId1"/>
    <p:sldLayoutId id="2147483681" r:id="rId2"/>
    <p:sldLayoutId id="2147483679" r:id="rId3"/>
    <p:sldLayoutId id="2147483664" r:id="rId4"/>
    <p:sldLayoutId id="2147483660" r:id="rId5"/>
    <p:sldLayoutId id="2147483677" r:id="rId6"/>
    <p:sldLayoutId id="2147483678" r:id="rId7"/>
    <p:sldLayoutId id="2147483663" r:id="rId8"/>
    <p:sldLayoutId id="2147483676" r:id="rId9"/>
    <p:sldLayoutId id="2147483680" r:id="rId10"/>
    <p:sldLayoutId id="2147483659" r:id="rId11"/>
  </p:sldLayoutIdLst>
  <p:hf hdr="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hyperlink" Target="https://www.pickpik.com/coffee-coffee-beans-cafe-roasted-caffeine-brown-71845" TargetMode="External"/><Relationship Id="rId2" Type="http://schemas.openxmlformats.org/officeDocument/2006/relationships/image" Target="../media/image13.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hyperlink" Target="mailto:itumelengshirley9@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descr="A picture containing wall, wooden, indoor, table">
            <a:extLst>
              <a:ext uri="{FF2B5EF4-FFF2-40B4-BE49-F238E27FC236}">
                <a16:creationId xmlns:a16="http://schemas.microsoft.com/office/drawing/2014/main" id="{E2888B94-BE50-4E48-8F75-1E8AAD5AFA95}"/>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p:spPr>
      </p:pic>
      <p:sp useBgFill="1">
        <p:nvSpPr>
          <p:cNvPr id="18" name="Title 17">
            <a:extLst>
              <a:ext uri="{FF2B5EF4-FFF2-40B4-BE49-F238E27FC236}">
                <a16:creationId xmlns:a16="http://schemas.microsoft.com/office/drawing/2014/main" id="{7F1C1DC8-8566-416D-A699-06A29F45B578}"/>
              </a:ext>
            </a:extLst>
          </p:cNvPr>
          <p:cNvSpPr>
            <a:spLocks noGrp="1"/>
          </p:cNvSpPr>
          <p:nvPr>
            <p:ph type="ctrTitle"/>
          </p:nvPr>
        </p:nvSpPr>
        <p:spPr>
          <a:xfrm>
            <a:off x="2263430" y="1762887"/>
            <a:ext cx="7665140" cy="2140251"/>
          </a:xfrm>
        </p:spPr>
        <p:txBody>
          <a:bodyPr/>
          <a:lstStyle/>
          <a:p>
            <a:r>
              <a:rPr lang="en-US" dirty="0"/>
              <a:t>Bright coffee shop</a:t>
            </a:r>
            <a:br>
              <a:rPr lang="en-US" dirty="0"/>
            </a:br>
            <a:r>
              <a:rPr lang="en-US" dirty="0"/>
              <a:t>Analysis of sales</a:t>
            </a:r>
          </a:p>
        </p:txBody>
      </p:sp>
      <p:sp useBgFill="1">
        <p:nvSpPr>
          <p:cNvPr id="19" name="Subtitle 18">
            <a:extLst>
              <a:ext uri="{FF2B5EF4-FFF2-40B4-BE49-F238E27FC236}">
                <a16:creationId xmlns:a16="http://schemas.microsoft.com/office/drawing/2014/main" id="{B032DA7C-C3AD-4A99-8801-152FB4EE9B9E}"/>
              </a:ext>
            </a:extLst>
          </p:cNvPr>
          <p:cNvSpPr>
            <a:spLocks noGrp="1"/>
          </p:cNvSpPr>
          <p:nvPr>
            <p:ph type="subTitle" idx="1"/>
          </p:nvPr>
        </p:nvSpPr>
        <p:spPr>
          <a:xfrm>
            <a:off x="2263430" y="3903138"/>
            <a:ext cx="7665139" cy="1191977"/>
          </a:xfrm>
        </p:spPr>
        <p:txBody>
          <a:bodyPr/>
          <a:lstStyle/>
          <a:p>
            <a:r>
              <a:rPr lang="en-US" dirty="0"/>
              <a:t>Itumeleng </a:t>
            </a:r>
            <a:r>
              <a:rPr lang="en-US" dirty="0" err="1"/>
              <a:t>Thothobolo</a:t>
            </a:r>
            <a:endParaRPr lang="en-US" dirty="0"/>
          </a:p>
          <a:p>
            <a:endParaRPr lang="en-US" dirty="0"/>
          </a:p>
        </p:txBody>
      </p:sp>
    </p:spTree>
    <p:extLst>
      <p:ext uri="{BB962C8B-B14F-4D97-AF65-F5344CB8AC3E}">
        <p14:creationId xmlns:p14="http://schemas.microsoft.com/office/powerpoint/2010/main" val="3196402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69">
            <a:extLst>
              <a:ext uri="{FF2B5EF4-FFF2-40B4-BE49-F238E27FC236}">
                <a16:creationId xmlns:a16="http://schemas.microsoft.com/office/drawing/2014/main" id="{AD0FAE4B-37EE-4B93-881F-3DB9A2B03F5C}"/>
              </a:ext>
            </a:extLst>
          </p:cNvPr>
          <p:cNvSpPr>
            <a:spLocks noGrp="1"/>
          </p:cNvSpPr>
          <p:nvPr>
            <p:ph type="title"/>
          </p:nvPr>
        </p:nvSpPr>
        <p:spPr>
          <a:xfrm>
            <a:off x="8050975" y="782122"/>
            <a:ext cx="3619500" cy="2492828"/>
          </a:xfrm>
        </p:spPr>
        <p:txBody>
          <a:bodyPr/>
          <a:lstStyle/>
          <a:p>
            <a:r>
              <a:rPr lang="en-US" dirty="0"/>
              <a:t>Agenda</a:t>
            </a:r>
          </a:p>
        </p:txBody>
      </p:sp>
      <p:pic>
        <p:nvPicPr>
          <p:cNvPr id="41" name="Picture Placeholder 40" descr="A picture containing open sign in a window">
            <a:extLst>
              <a:ext uri="{FF2B5EF4-FFF2-40B4-BE49-F238E27FC236}">
                <a16:creationId xmlns:a16="http://schemas.microsoft.com/office/drawing/2014/main" id="{AA02CD6D-6B8C-4E5D-ADA1-EDE5CF5541B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4740" y="0"/>
            <a:ext cx="3754712" cy="2675444"/>
          </a:xfrm>
        </p:spPr>
      </p:pic>
      <p:pic>
        <p:nvPicPr>
          <p:cNvPr id="45" name="Picture Placeholder 44" descr="A picture containing tableware">
            <a:extLst>
              <a:ext uri="{FF2B5EF4-FFF2-40B4-BE49-F238E27FC236}">
                <a16:creationId xmlns:a16="http://schemas.microsoft.com/office/drawing/2014/main" id="{1A565340-6612-43BB-8B80-C72700DD933C}"/>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3749972" y="0"/>
            <a:ext cx="3793815" cy="2675444"/>
          </a:xfrm>
        </p:spPr>
      </p:pic>
      <p:pic>
        <p:nvPicPr>
          <p:cNvPr id="49" name="Picture Placeholder 48" descr="A picture containing person, table, wooden, meal">
            <a:extLst>
              <a:ext uri="{FF2B5EF4-FFF2-40B4-BE49-F238E27FC236}">
                <a16:creationId xmlns:a16="http://schemas.microsoft.com/office/drawing/2014/main" id="{0D8BC8F5-4101-493D-9289-8D175DE9D79C}"/>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4740" y="2675444"/>
            <a:ext cx="7543904" cy="4182556"/>
          </a:xfrm>
        </p:spPr>
      </p:pic>
      <p:sp>
        <p:nvSpPr>
          <p:cNvPr id="8" name="Footer Placeholder 4">
            <a:extLst>
              <a:ext uri="{FF2B5EF4-FFF2-40B4-BE49-F238E27FC236}">
                <a16:creationId xmlns:a16="http://schemas.microsoft.com/office/drawing/2014/main" id="{96E3B60D-8F61-4010-B5A2-75CCE0009387}"/>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27" name="Text Placeholder 26">
            <a:extLst>
              <a:ext uri="{FF2B5EF4-FFF2-40B4-BE49-F238E27FC236}">
                <a16:creationId xmlns:a16="http://schemas.microsoft.com/office/drawing/2014/main" id="{8777AD14-B633-4803-B2EF-CF2A208D1E2A}"/>
              </a:ext>
            </a:extLst>
          </p:cNvPr>
          <p:cNvSpPr>
            <a:spLocks noGrp="1"/>
          </p:cNvSpPr>
          <p:nvPr>
            <p:ph type="body" sz="quarter" idx="17"/>
          </p:nvPr>
        </p:nvSpPr>
        <p:spPr>
          <a:xfrm>
            <a:off x="8042275" y="3592286"/>
            <a:ext cx="3619500" cy="1992313"/>
          </a:xfrm>
        </p:spPr>
        <p:txBody>
          <a:bodyPr/>
          <a:lstStyle/>
          <a:p>
            <a:r>
              <a:rPr lang="en-US" dirty="0"/>
              <a:t>Analysis of sales</a:t>
            </a:r>
          </a:p>
          <a:p>
            <a:r>
              <a:rPr lang="en-US" dirty="0"/>
              <a:t>Trends</a:t>
            </a:r>
          </a:p>
          <a:p>
            <a:r>
              <a:rPr lang="en-US" dirty="0"/>
              <a:t>Location sales</a:t>
            </a:r>
          </a:p>
          <a:p>
            <a:r>
              <a:rPr lang="en-US" dirty="0"/>
              <a:t>Topic four</a:t>
            </a:r>
          </a:p>
        </p:txBody>
      </p:sp>
      <p:sp>
        <p:nvSpPr>
          <p:cNvPr id="7" name="Date Placeholder 3">
            <a:extLst>
              <a:ext uri="{FF2B5EF4-FFF2-40B4-BE49-F238E27FC236}">
                <a16:creationId xmlns:a16="http://schemas.microsoft.com/office/drawing/2014/main" id="{9B1013C3-6F9A-4629-9F2B-49280748AAAE}"/>
              </a:ext>
            </a:extLst>
          </p:cNvPr>
          <p:cNvSpPr>
            <a:spLocks noGrp="1"/>
          </p:cNvSpPr>
          <p:nvPr>
            <p:ph type="dt" sz="half" idx="10"/>
          </p:nvPr>
        </p:nvSpPr>
        <p:spPr>
          <a:xfrm>
            <a:off x="7678736" y="6000749"/>
            <a:ext cx="2743200" cy="365125"/>
          </a:xfrm>
        </p:spPr>
        <p:txBody>
          <a:bodyPr/>
          <a:lstStyle/>
          <a:p>
            <a:r>
              <a:rPr lang="en-US" dirty="0"/>
              <a:t>20XX</a:t>
            </a:r>
          </a:p>
        </p:txBody>
      </p:sp>
      <p:sp>
        <p:nvSpPr>
          <p:cNvPr id="9" name="Slide Number Placeholder 5">
            <a:extLst>
              <a:ext uri="{FF2B5EF4-FFF2-40B4-BE49-F238E27FC236}">
                <a16:creationId xmlns:a16="http://schemas.microsoft.com/office/drawing/2014/main" id="{3B346791-1682-49BA-8758-84E6A10FB23F}"/>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2</a:t>
            </a:fld>
            <a:endParaRPr lang="en-US" dirty="0"/>
          </a:p>
        </p:txBody>
      </p:sp>
    </p:spTree>
    <p:extLst>
      <p:ext uri="{BB962C8B-B14F-4D97-AF65-F5344CB8AC3E}">
        <p14:creationId xmlns:p14="http://schemas.microsoft.com/office/powerpoint/2010/main" val="2558899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3335" y="1233378"/>
            <a:ext cx="5697102" cy="1405366"/>
          </a:xfrm>
        </p:spPr>
        <p:txBody>
          <a:bodyPr>
            <a:normAutofit/>
          </a:bodyPr>
          <a:lstStyle/>
          <a:p>
            <a:r>
              <a:rPr lang="en-US" dirty="0"/>
              <a:t>Introduction</a:t>
            </a:r>
          </a:p>
        </p:txBody>
      </p:sp>
      <p:sp>
        <p:nvSpPr>
          <p:cNvPr id="3" name="Subtitle 2" descr="Tag=AccentColor&#10;Flavor=Light&#10;Target=Text"/>
          <p:cNvSpPr>
            <a:spLocks noGrp="1"/>
          </p:cNvSpPr>
          <p:nvPr>
            <p:ph type="subTitle" idx="1"/>
          </p:nvPr>
        </p:nvSpPr>
        <p:spPr>
          <a:xfrm>
            <a:off x="913795" y="3002281"/>
            <a:ext cx="5686437" cy="2271393"/>
          </a:xfrm>
        </p:spPr>
        <p:txBody>
          <a:bodyPr>
            <a:normAutofit/>
          </a:bodyPr>
          <a:lstStyle/>
          <a:p>
            <a:r>
              <a:rPr lang="en-US" dirty="0"/>
              <a:t>Breaking down the trends to see the best selling products, at which location and trying to close all the loopholes by checking where we can improve and how can we improve our sales,</a:t>
            </a:r>
          </a:p>
        </p:txBody>
      </p:sp>
      <p:sp>
        <p:nvSpPr>
          <p:cNvPr id="16" name="Footer Placeholder 4">
            <a:extLst>
              <a:ext uri="{FF2B5EF4-FFF2-40B4-BE49-F238E27FC236}">
                <a16:creationId xmlns:a16="http://schemas.microsoft.com/office/drawing/2014/main" id="{19D54D5B-AC4B-4406-96BC-DBEEF7645A88}"/>
              </a:ext>
            </a:extLst>
          </p:cNvPr>
          <p:cNvSpPr>
            <a:spLocks noGrp="1"/>
          </p:cNvSpPr>
          <p:nvPr>
            <p:ph type="ftr" sz="quarter" idx="11"/>
          </p:nvPr>
        </p:nvSpPr>
        <p:spPr>
          <a:xfrm>
            <a:off x="913795" y="6000749"/>
            <a:ext cx="6672865" cy="365125"/>
          </a:xfrm>
        </p:spPr>
        <p:txBody>
          <a:bodyPr/>
          <a:lstStyle/>
          <a:p>
            <a:r>
              <a:rPr lang="en-US" dirty="0"/>
              <a:t>Sample footer text</a:t>
            </a:r>
          </a:p>
        </p:txBody>
      </p:sp>
      <p:pic>
        <p:nvPicPr>
          <p:cNvPr id="23" name="Picture Placeholder 22" descr="A person sitting at a table">
            <a:extLst>
              <a:ext uri="{FF2B5EF4-FFF2-40B4-BE49-F238E27FC236}">
                <a16:creationId xmlns:a16="http://schemas.microsoft.com/office/drawing/2014/main" id="{8E1CFD6C-2E4B-4106-8446-4BD0F6602F7F}"/>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596864" y="0"/>
            <a:ext cx="4572000" cy="6858000"/>
          </a:xfrm>
        </p:spPr>
      </p:pic>
      <p:sp>
        <p:nvSpPr>
          <p:cNvPr id="17" name="Date Placeholder 3">
            <a:extLst>
              <a:ext uri="{FF2B5EF4-FFF2-40B4-BE49-F238E27FC236}">
                <a16:creationId xmlns:a16="http://schemas.microsoft.com/office/drawing/2014/main" id="{8A8C9A28-A876-4575-8501-8E5F69D8D22C}"/>
              </a:ext>
            </a:extLst>
          </p:cNvPr>
          <p:cNvSpPr>
            <a:spLocks noGrp="1"/>
          </p:cNvSpPr>
          <p:nvPr>
            <p:ph type="dt" sz="half" idx="10"/>
          </p:nvPr>
        </p:nvSpPr>
        <p:spPr>
          <a:xfrm>
            <a:off x="7678736" y="6000749"/>
            <a:ext cx="2743200" cy="365125"/>
          </a:xfrm>
        </p:spPr>
        <p:txBody>
          <a:bodyPr/>
          <a:lstStyle/>
          <a:p>
            <a:r>
              <a:rPr lang="en-US" dirty="0"/>
              <a:t>20XX</a:t>
            </a:r>
          </a:p>
        </p:txBody>
      </p:sp>
      <p:sp>
        <p:nvSpPr>
          <p:cNvPr id="18" name="Slide Number Placeholder 5">
            <a:extLst>
              <a:ext uri="{FF2B5EF4-FFF2-40B4-BE49-F238E27FC236}">
                <a16:creationId xmlns:a16="http://schemas.microsoft.com/office/drawing/2014/main" id="{1ED457A1-2E40-4C44-A232-BAF8CDEB0077}"/>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3</a:t>
            </a:fld>
            <a:endParaRPr lang="en-US" dirty="0"/>
          </a:p>
        </p:txBody>
      </p:sp>
    </p:spTree>
    <p:extLst>
      <p:ext uri="{BB962C8B-B14F-4D97-AF65-F5344CB8AC3E}">
        <p14:creationId xmlns:p14="http://schemas.microsoft.com/office/powerpoint/2010/main" val="83597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693" y="4913529"/>
            <a:ext cx="9440034" cy="680691"/>
          </a:xfrm>
        </p:spPr>
        <p:txBody>
          <a:bodyPr>
            <a:normAutofit fontScale="90000"/>
          </a:bodyPr>
          <a:lstStyle/>
          <a:p>
            <a:r>
              <a:rPr lang="en-US" dirty="0"/>
              <a:t>$689 812,33</a:t>
            </a:r>
          </a:p>
        </p:txBody>
      </p:sp>
      <p:sp>
        <p:nvSpPr>
          <p:cNvPr id="3" name="Subtitle 2"/>
          <p:cNvSpPr>
            <a:spLocks noGrp="1"/>
          </p:cNvSpPr>
          <p:nvPr>
            <p:ph type="subTitle" idx="1"/>
          </p:nvPr>
        </p:nvSpPr>
        <p:spPr>
          <a:xfrm>
            <a:off x="1370693" y="5713343"/>
            <a:ext cx="9440034" cy="436942"/>
          </a:xfrm>
        </p:spPr>
        <p:txBody>
          <a:bodyPr>
            <a:normAutofit fontScale="92500" lnSpcReduction="10000"/>
          </a:bodyPr>
          <a:lstStyle/>
          <a:p>
            <a:r>
              <a:rPr lang="en-US" dirty="0"/>
              <a:t>Total sales from January to June</a:t>
            </a:r>
          </a:p>
          <a:p>
            <a:endParaRPr lang="en-US" dirty="0"/>
          </a:p>
        </p:txBody>
      </p:sp>
      <p:pic>
        <p:nvPicPr>
          <p:cNvPr id="19" name="Picture Placeholder 18" descr="A person pouring a drink into a glass">
            <a:extLst>
              <a:ext uri="{FF2B5EF4-FFF2-40B4-BE49-F238E27FC236}">
                <a16:creationId xmlns:a16="http://schemas.microsoft.com/office/drawing/2014/main" id="{D338679F-6846-44CF-9649-6E526940900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642938" y="642938"/>
            <a:ext cx="5130800" cy="3303587"/>
          </a:xfrm>
        </p:spPr>
      </p:pic>
      <p:pic>
        <p:nvPicPr>
          <p:cNvPr id="21" name="Picture Placeholder 20" descr="A person holding an open sign in a window">
            <a:extLst>
              <a:ext uri="{FF2B5EF4-FFF2-40B4-BE49-F238E27FC236}">
                <a16:creationId xmlns:a16="http://schemas.microsoft.com/office/drawing/2014/main" id="{FF9E2F27-0A96-4978-B761-6D73AA56EC01}"/>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6417733" y="642937"/>
            <a:ext cx="5130800" cy="3303587"/>
          </a:xfrm>
        </p:spPr>
      </p:pic>
    </p:spTree>
    <p:extLst>
      <p:ext uri="{BB962C8B-B14F-4D97-AF65-F5344CB8AC3E}">
        <p14:creationId xmlns:p14="http://schemas.microsoft.com/office/powerpoint/2010/main" val="1312041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913795" y="609600"/>
            <a:ext cx="10353762" cy="1257300"/>
          </a:xfrm>
        </p:spPr>
        <p:txBody>
          <a:bodyPr/>
          <a:lstStyle/>
          <a:p>
            <a:r>
              <a:rPr lang="en-US" dirty="0"/>
              <a:t>Chart</a:t>
            </a:r>
          </a:p>
        </p:txBody>
      </p:sp>
      <p:graphicFrame>
        <p:nvGraphicFramePr>
          <p:cNvPr id="6" name="Content Placeholder 5" descr="Chart Placeholder">
            <a:extLst>
              <a:ext uri="{FF2B5EF4-FFF2-40B4-BE49-F238E27FC236}">
                <a16:creationId xmlns:a16="http://schemas.microsoft.com/office/drawing/2014/main" id="{DB23E567-BDB1-4E6F-9EA8-3E4297461AEE}"/>
              </a:ext>
            </a:extLst>
          </p:cNvPr>
          <p:cNvGraphicFramePr>
            <a:graphicFrameLocks noGrp="1"/>
          </p:cNvGraphicFramePr>
          <p:nvPr>
            <p:ph idx="1"/>
            <p:extLst>
              <p:ext uri="{D42A27DB-BD31-4B8C-83A1-F6EECF244321}">
                <p14:modId xmlns:p14="http://schemas.microsoft.com/office/powerpoint/2010/main" val="3049996933"/>
              </p:ext>
            </p:extLst>
          </p:nvPr>
        </p:nvGraphicFramePr>
        <p:xfrm>
          <a:off x="914400" y="2076450"/>
          <a:ext cx="10353675" cy="3714750"/>
        </p:xfrm>
        <a:graphic>
          <a:graphicData uri="http://schemas.openxmlformats.org/drawingml/2006/chart">
            <c:chart xmlns:c="http://schemas.openxmlformats.org/drawingml/2006/chart" xmlns:r="http://schemas.openxmlformats.org/officeDocument/2006/relationships" r:id="rId2"/>
          </a:graphicData>
        </a:graphic>
      </p:graphicFrame>
      <p:sp>
        <p:nvSpPr>
          <p:cNvPr id="11" name="Footer Placeholder 4">
            <a:extLst>
              <a:ext uri="{FF2B5EF4-FFF2-40B4-BE49-F238E27FC236}">
                <a16:creationId xmlns:a16="http://schemas.microsoft.com/office/drawing/2014/main" id="{FB4AA850-A6AA-4243-8196-0BBB80D7EA62}"/>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10" name="Date Placeholder 3">
            <a:extLst>
              <a:ext uri="{FF2B5EF4-FFF2-40B4-BE49-F238E27FC236}">
                <a16:creationId xmlns:a16="http://schemas.microsoft.com/office/drawing/2014/main" id="{6F2FBAFE-D63F-4CBE-8235-62723C211D5A}"/>
              </a:ext>
            </a:extLst>
          </p:cNvPr>
          <p:cNvSpPr>
            <a:spLocks noGrp="1"/>
          </p:cNvSpPr>
          <p:nvPr>
            <p:ph type="dt" sz="half" idx="10"/>
          </p:nvPr>
        </p:nvSpPr>
        <p:spPr>
          <a:xfrm>
            <a:off x="7678736" y="6000749"/>
            <a:ext cx="2743200" cy="365125"/>
          </a:xfrm>
        </p:spPr>
        <p:txBody>
          <a:bodyPr/>
          <a:lstStyle/>
          <a:p>
            <a:r>
              <a:rPr lang="en-US" dirty="0"/>
              <a:t>20XX</a:t>
            </a:r>
          </a:p>
        </p:txBody>
      </p:sp>
      <p:sp>
        <p:nvSpPr>
          <p:cNvPr id="12" name="Slide Number Placeholder 5">
            <a:extLst>
              <a:ext uri="{FF2B5EF4-FFF2-40B4-BE49-F238E27FC236}">
                <a16:creationId xmlns:a16="http://schemas.microsoft.com/office/drawing/2014/main" id="{44F56172-F0A1-4C57-A121-33FE4644160A}"/>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5</a:t>
            </a:fld>
            <a:endParaRPr lang="en-US" dirty="0"/>
          </a:p>
        </p:txBody>
      </p:sp>
      <p:graphicFrame>
        <p:nvGraphicFramePr>
          <p:cNvPr id="3" name="Chart 2">
            <a:extLst>
              <a:ext uri="{FF2B5EF4-FFF2-40B4-BE49-F238E27FC236}">
                <a16:creationId xmlns:a16="http://schemas.microsoft.com/office/drawing/2014/main" id="{477C03B4-505B-4EA9-9BEC-3712D5B0343C}"/>
              </a:ext>
            </a:extLst>
          </p:cNvPr>
          <p:cNvGraphicFramePr>
            <a:graphicFrameLocks/>
          </p:cNvGraphicFramePr>
          <p:nvPr>
            <p:extLst>
              <p:ext uri="{D42A27DB-BD31-4B8C-83A1-F6EECF244321}">
                <p14:modId xmlns:p14="http://schemas.microsoft.com/office/powerpoint/2010/main" val="428519216"/>
              </p:ext>
            </p:extLst>
          </p:nvPr>
        </p:nvGraphicFramePr>
        <p:xfrm>
          <a:off x="43443" y="36871"/>
          <a:ext cx="6047233" cy="33921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32975176-D805-408E-88F1-E206FFBED8A9}"/>
              </a:ext>
            </a:extLst>
          </p:cNvPr>
          <p:cNvGraphicFramePr>
            <a:graphicFrameLocks/>
          </p:cNvGraphicFramePr>
          <p:nvPr>
            <p:extLst>
              <p:ext uri="{D42A27DB-BD31-4B8C-83A1-F6EECF244321}">
                <p14:modId xmlns:p14="http://schemas.microsoft.com/office/powerpoint/2010/main" val="3957671187"/>
              </p:ext>
            </p:extLst>
          </p:nvPr>
        </p:nvGraphicFramePr>
        <p:xfrm>
          <a:off x="6096000" y="60960"/>
          <a:ext cx="5181600" cy="33680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30B72975-BFCB-4E0B-BD75-848DCD23C8AB}"/>
              </a:ext>
            </a:extLst>
          </p:cNvPr>
          <p:cNvGraphicFramePr>
            <a:graphicFrameLocks/>
          </p:cNvGraphicFramePr>
          <p:nvPr>
            <p:extLst>
              <p:ext uri="{D42A27DB-BD31-4B8C-83A1-F6EECF244321}">
                <p14:modId xmlns:p14="http://schemas.microsoft.com/office/powerpoint/2010/main" val="4286829985"/>
              </p:ext>
            </p:extLst>
          </p:nvPr>
        </p:nvGraphicFramePr>
        <p:xfrm>
          <a:off x="43443" y="3505199"/>
          <a:ext cx="6047232" cy="331592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24D2DCB3-5A46-4F6D-BE64-F4DEB3F90F77}"/>
              </a:ext>
            </a:extLst>
          </p:cNvPr>
          <p:cNvGraphicFramePr>
            <a:graphicFrameLocks/>
          </p:cNvGraphicFramePr>
          <p:nvPr>
            <p:extLst>
              <p:ext uri="{D42A27DB-BD31-4B8C-83A1-F6EECF244321}">
                <p14:modId xmlns:p14="http://schemas.microsoft.com/office/powerpoint/2010/main" val="1464107616"/>
              </p:ext>
            </p:extLst>
          </p:nvPr>
        </p:nvGraphicFramePr>
        <p:xfrm>
          <a:off x="6180188" y="3505198"/>
          <a:ext cx="5219699" cy="3291841"/>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27386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B90AB4-D228-4548-B072-726498212362}"/>
              </a:ext>
            </a:extLst>
          </p:cNvPr>
          <p:cNvSpPr>
            <a:spLocks noGrp="1"/>
          </p:cNvSpPr>
          <p:nvPr>
            <p:ph type="body" idx="1"/>
          </p:nvPr>
        </p:nvSpPr>
        <p:spPr>
          <a:xfrm>
            <a:off x="1046013" y="1855153"/>
            <a:ext cx="4764764" cy="692494"/>
          </a:xfrm>
        </p:spPr>
        <p:txBody>
          <a:bodyPr/>
          <a:lstStyle/>
          <a:p>
            <a:r>
              <a:rPr lang="en-US" dirty="0"/>
              <a:t>Best selling times</a:t>
            </a:r>
          </a:p>
        </p:txBody>
      </p:sp>
      <p:sp>
        <p:nvSpPr>
          <p:cNvPr id="6" name="Text Placeholder 5">
            <a:extLst>
              <a:ext uri="{FF2B5EF4-FFF2-40B4-BE49-F238E27FC236}">
                <a16:creationId xmlns:a16="http://schemas.microsoft.com/office/drawing/2014/main" id="{F5018B6D-E395-49AD-92AD-AD69E3AB40C3}"/>
              </a:ext>
            </a:extLst>
          </p:cNvPr>
          <p:cNvSpPr>
            <a:spLocks noGrp="1"/>
          </p:cNvSpPr>
          <p:nvPr>
            <p:ph type="body" sz="quarter" idx="3"/>
          </p:nvPr>
        </p:nvSpPr>
        <p:spPr>
          <a:xfrm>
            <a:off x="6363166" y="1855152"/>
            <a:ext cx="4779582" cy="692495"/>
          </a:xfrm>
        </p:spPr>
        <p:txBody>
          <a:bodyPr/>
          <a:lstStyle/>
          <a:p>
            <a:r>
              <a:rPr lang="en-US" dirty="0"/>
              <a:t>Best selling location</a:t>
            </a:r>
          </a:p>
        </p:txBody>
      </p:sp>
      <p:sp>
        <p:nvSpPr>
          <p:cNvPr id="8" name="Footer Placeholder 4">
            <a:extLst>
              <a:ext uri="{FF2B5EF4-FFF2-40B4-BE49-F238E27FC236}">
                <a16:creationId xmlns:a16="http://schemas.microsoft.com/office/drawing/2014/main" id="{C6FD6B2E-F7BE-49BA-9913-D829B3AA1BF0}"/>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7" name="Date Placeholder 3">
            <a:extLst>
              <a:ext uri="{FF2B5EF4-FFF2-40B4-BE49-F238E27FC236}">
                <a16:creationId xmlns:a16="http://schemas.microsoft.com/office/drawing/2014/main" id="{8E10CF0C-2500-4311-BA81-B6A3B0EDD677}"/>
              </a:ext>
            </a:extLst>
          </p:cNvPr>
          <p:cNvSpPr>
            <a:spLocks noGrp="1"/>
          </p:cNvSpPr>
          <p:nvPr>
            <p:ph type="dt" sz="half" idx="10"/>
          </p:nvPr>
        </p:nvSpPr>
        <p:spPr>
          <a:xfrm>
            <a:off x="7678736" y="6000749"/>
            <a:ext cx="2743200" cy="365125"/>
          </a:xfrm>
        </p:spPr>
        <p:txBody>
          <a:bodyPr/>
          <a:lstStyle/>
          <a:p>
            <a:r>
              <a:rPr lang="en-US" dirty="0"/>
              <a:t>20XX</a:t>
            </a:r>
          </a:p>
        </p:txBody>
      </p:sp>
      <p:sp>
        <p:nvSpPr>
          <p:cNvPr id="9" name="Slide Number Placeholder 5">
            <a:extLst>
              <a:ext uri="{FF2B5EF4-FFF2-40B4-BE49-F238E27FC236}">
                <a16:creationId xmlns:a16="http://schemas.microsoft.com/office/drawing/2014/main" id="{936CB0C3-DA3A-4D5B-BBF9-EC64C8919738}"/>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6</a:t>
            </a:fld>
            <a:endParaRPr lang="en-US" dirty="0"/>
          </a:p>
        </p:txBody>
      </p:sp>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913795" y="609600"/>
            <a:ext cx="10353762" cy="1257300"/>
          </a:xfrm>
        </p:spPr>
        <p:txBody>
          <a:bodyPr/>
          <a:lstStyle/>
          <a:p>
            <a:r>
              <a:rPr lang="en-US" dirty="0"/>
              <a:t>Sales by time split and location</a:t>
            </a:r>
          </a:p>
        </p:txBody>
      </p:sp>
      <p:graphicFrame>
        <p:nvGraphicFramePr>
          <p:cNvPr id="10" name="Content Placeholder 9">
            <a:extLst>
              <a:ext uri="{FF2B5EF4-FFF2-40B4-BE49-F238E27FC236}">
                <a16:creationId xmlns:a16="http://schemas.microsoft.com/office/drawing/2014/main" id="{24D2DCB3-5A46-4F6D-BE64-F4DEB3F90F77}"/>
              </a:ext>
            </a:extLst>
          </p:cNvPr>
          <p:cNvGraphicFramePr>
            <a:graphicFrameLocks noGrp="1"/>
          </p:cNvGraphicFramePr>
          <p:nvPr>
            <p:ph sz="half" idx="2"/>
            <p:extLst>
              <p:ext uri="{D42A27DB-BD31-4B8C-83A1-F6EECF244321}">
                <p14:modId xmlns:p14="http://schemas.microsoft.com/office/powerpoint/2010/main" val="2369883862"/>
              </p:ext>
            </p:extLst>
          </p:nvPr>
        </p:nvGraphicFramePr>
        <p:xfrm>
          <a:off x="1046163" y="2701925"/>
          <a:ext cx="4764087" cy="30432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ontent Placeholder 10">
            <a:extLst>
              <a:ext uri="{FF2B5EF4-FFF2-40B4-BE49-F238E27FC236}">
                <a16:creationId xmlns:a16="http://schemas.microsoft.com/office/drawing/2014/main" id="{B95E2825-47F2-46B5-85C4-74DD3552A1EA}"/>
              </a:ext>
            </a:extLst>
          </p:cNvPr>
          <p:cNvGraphicFramePr>
            <a:graphicFrameLocks noGrp="1"/>
          </p:cNvGraphicFramePr>
          <p:nvPr>
            <p:ph sz="quarter" idx="4"/>
            <p:extLst>
              <p:ext uri="{D42A27DB-BD31-4B8C-83A1-F6EECF244321}">
                <p14:modId xmlns:p14="http://schemas.microsoft.com/office/powerpoint/2010/main" val="1884389237"/>
              </p:ext>
            </p:extLst>
          </p:nvPr>
        </p:nvGraphicFramePr>
        <p:xfrm>
          <a:off x="6362700" y="2701925"/>
          <a:ext cx="4779963" cy="30432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63119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F7D19-383B-4EE0-9C08-4F8E3DCF881F}"/>
              </a:ext>
            </a:extLst>
          </p:cNvPr>
          <p:cNvSpPr>
            <a:spLocks noGrp="1"/>
          </p:cNvSpPr>
          <p:nvPr>
            <p:ph type="body" idx="1"/>
          </p:nvPr>
        </p:nvSpPr>
        <p:spPr>
          <a:xfrm>
            <a:off x="1001623" y="1855153"/>
            <a:ext cx="3182944" cy="692494"/>
          </a:xfrm>
        </p:spPr>
        <p:txBody>
          <a:bodyPr/>
          <a:lstStyle/>
          <a:p>
            <a:r>
              <a:rPr lang="en-US" dirty="0"/>
              <a:t>Mid-morning sales 32%</a:t>
            </a:r>
          </a:p>
        </p:txBody>
      </p:sp>
      <p:sp>
        <p:nvSpPr>
          <p:cNvPr id="4" name="Content Placeholder 3">
            <a:extLst>
              <a:ext uri="{FF2B5EF4-FFF2-40B4-BE49-F238E27FC236}">
                <a16:creationId xmlns:a16="http://schemas.microsoft.com/office/drawing/2014/main" id="{9B9ED227-95A7-4B08-91FE-5E0EF0D41D20}"/>
              </a:ext>
            </a:extLst>
          </p:cNvPr>
          <p:cNvSpPr>
            <a:spLocks noGrp="1"/>
          </p:cNvSpPr>
          <p:nvPr>
            <p:ph sz="half" idx="2"/>
          </p:nvPr>
        </p:nvSpPr>
        <p:spPr>
          <a:xfrm>
            <a:off x="1001623" y="2702103"/>
            <a:ext cx="3182944" cy="3043533"/>
          </a:xfrm>
        </p:spPr>
        <p:txBody>
          <a:bodyPr>
            <a:normAutofit/>
          </a:bodyPr>
          <a:lstStyle/>
          <a:p>
            <a:endParaRPr lang="en-US" dirty="0"/>
          </a:p>
          <a:p>
            <a:r>
              <a:rPr lang="en-US" dirty="0"/>
              <a:t>Most sales happened between 9am-12am</a:t>
            </a:r>
          </a:p>
        </p:txBody>
      </p:sp>
      <p:sp>
        <p:nvSpPr>
          <p:cNvPr id="7" name="Text Placeholder 6">
            <a:extLst>
              <a:ext uri="{FF2B5EF4-FFF2-40B4-BE49-F238E27FC236}">
                <a16:creationId xmlns:a16="http://schemas.microsoft.com/office/drawing/2014/main" id="{6062875A-1D21-4750-B6F3-70235DBEE186}"/>
              </a:ext>
            </a:extLst>
          </p:cNvPr>
          <p:cNvSpPr>
            <a:spLocks noGrp="1"/>
          </p:cNvSpPr>
          <p:nvPr>
            <p:ph type="body" sz="quarter" idx="3"/>
          </p:nvPr>
        </p:nvSpPr>
        <p:spPr>
          <a:xfrm>
            <a:off x="4499579" y="1855152"/>
            <a:ext cx="3192843" cy="692495"/>
          </a:xfrm>
        </p:spPr>
        <p:txBody>
          <a:bodyPr/>
          <a:lstStyle/>
          <a:p>
            <a:r>
              <a:rPr lang="en-US" dirty="0"/>
              <a:t>Morning and afternoon 24%</a:t>
            </a:r>
          </a:p>
        </p:txBody>
      </p:sp>
      <p:sp>
        <p:nvSpPr>
          <p:cNvPr id="5" name="Content Placeholder 4">
            <a:extLst>
              <a:ext uri="{FF2B5EF4-FFF2-40B4-BE49-F238E27FC236}">
                <a16:creationId xmlns:a16="http://schemas.microsoft.com/office/drawing/2014/main" id="{9C2ECAAA-1E9C-4845-8EA9-E11A76F08150}"/>
              </a:ext>
            </a:extLst>
          </p:cNvPr>
          <p:cNvSpPr>
            <a:spLocks noGrp="1"/>
          </p:cNvSpPr>
          <p:nvPr>
            <p:ph sz="quarter" idx="4"/>
          </p:nvPr>
        </p:nvSpPr>
        <p:spPr>
          <a:xfrm>
            <a:off x="4499579" y="2702103"/>
            <a:ext cx="3192842" cy="3043533"/>
          </a:xfrm>
        </p:spPr>
        <p:txBody>
          <a:bodyPr>
            <a:normAutofit/>
          </a:bodyPr>
          <a:lstStyle/>
          <a:p>
            <a:r>
              <a:rPr lang="en-US" dirty="0"/>
              <a:t>From morning sales and also between 12am-4pm sales shows a percentage of 24</a:t>
            </a:r>
          </a:p>
          <a:p>
            <a:endParaRPr lang="en-US" dirty="0"/>
          </a:p>
        </p:txBody>
      </p:sp>
      <p:sp>
        <p:nvSpPr>
          <p:cNvPr id="8" name="Text Placeholder 7">
            <a:extLst>
              <a:ext uri="{FF2B5EF4-FFF2-40B4-BE49-F238E27FC236}">
                <a16:creationId xmlns:a16="http://schemas.microsoft.com/office/drawing/2014/main" id="{1413050C-2F37-4A2B-BACF-6351D70FA66E}"/>
              </a:ext>
            </a:extLst>
          </p:cNvPr>
          <p:cNvSpPr>
            <a:spLocks noGrp="1"/>
          </p:cNvSpPr>
          <p:nvPr>
            <p:ph type="body" sz="quarter" idx="13"/>
          </p:nvPr>
        </p:nvSpPr>
        <p:spPr>
          <a:xfrm>
            <a:off x="8035279" y="1855152"/>
            <a:ext cx="3192843" cy="692495"/>
          </a:xfrm>
        </p:spPr>
        <p:txBody>
          <a:bodyPr/>
          <a:lstStyle/>
          <a:p>
            <a:r>
              <a:rPr lang="en-US" dirty="0"/>
              <a:t>Peak afternoon rush</a:t>
            </a:r>
          </a:p>
        </p:txBody>
      </p:sp>
      <p:sp>
        <p:nvSpPr>
          <p:cNvPr id="9" name="Content Placeholder 8">
            <a:extLst>
              <a:ext uri="{FF2B5EF4-FFF2-40B4-BE49-F238E27FC236}">
                <a16:creationId xmlns:a16="http://schemas.microsoft.com/office/drawing/2014/main" id="{929FDB54-B5E6-430B-8328-E6A3B6A0363B}"/>
              </a:ext>
            </a:extLst>
          </p:cNvPr>
          <p:cNvSpPr>
            <a:spLocks noGrp="1"/>
          </p:cNvSpPr>
          <p:nvPr>
            <p:ph sz="quarter" idx="14"/>
          </p:nvPr>
        </p:nvSpPr>
        <p:spPr>
          <a:xfrm>
            <a:off x="8035279" y="2702103"/>
            <a:ext cx="3192842" cy="3043533"/>
          </a:xfrm>
        </p:spPr>
        <p:txBody>
          <a:bodyPr/>
          <a:lstStyle/>
          <a:p>
            <a:r>
              <a:rPr lang="en-US" dirty="0"/>
              <a:t>Shows a decline in sales between afternoon and evening </a:t>
            </a:r>
          </a:p>
        </p:txBody>
      </p:sp>
      <p:sp>
        <p:nvSpPr>
          <p:cNvPr id="13" name="Footer Placeholder 4">
            <a:extLst>
              <a:ext uri="{FF2B5EF4-FFF2-40B4-BE49-F238E27FC236}">
                <a16:creationId xmlns:a16="http://schemas.microsoft.com/office/drawing/2014/main" id="{CEF89548-244C-4B47-B625-A122DBC84D0C}"/>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11" name="Date Placeholder 3">
            <a:extLst>
              <a:ext uri="{FF2B5EF4-FFF2-40B4-BE49-F238E27FC236}">
                <a16:creationId xmlns:a16="http://schemas.microsoft.com/office/drawing/2014/main" id="{A8E1866D-93A0-4B0E-A5DF-69F0A422512C}"/>
              </a:ext>
            </a:extLst>
          </p:cNvPr>
          <p:cNvSpPr>
            <a:spLocks noGrp="1"/>
          </p:cNvSpPr>
          <p:nvPr>
            <p:ph type="dt" sz="half" idx="10"/>
          </p:nvPr>
        </p:nvSpPr>
        <p:spPr>
          <a:xfrm>
            <a:off x="7678736" y="6000749"/>
            <a:ext cx="2743200" cy="365125"/>
          </a:xfrm>
        </p:spPr>
        <p:txBody>
          <a:bodyPr/>
          <a:lstStyle/>
          <a:p>
            <a:r>
              <a:rPr lang="en-US" dirty="0"/>
              <a:t>20XX</a:t>
            </a:r>
          </a:p>
        </p:txBody>
      </p:sp>
      <p:sp>
        <p:nvSpPr>
          <p:cNvPr id="14" name="Slide Number Placeholder 5">
            <a:extLst>
              <a:ext uri="{FF2B5EF4-FFF2-40B4-BE49-F238E27FC236}">
                <a16:creationId xmlns:a16="http://schemas.microsoft.com/office/drawing/2014/main" id="{F8E7647A-600D-45B1-BA49-CBE24E70D529}"/>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7</a:t>
            </a:fld>
            <a:endParaRPr lang="en-US" dirty="0"/>
          </a:p>
        </p:txBody>
      </p:sp>
      <p:sp>
        <p:nvSpPr>
          <p:cNvPr id="2" name="Title 1">
            <a:extLst>
              <a:ext uri="{FF2B5EF4-FFF2-40B4-BE49-F238E27FC236}">
                <a16:creationId xmlns:a16="http://schemas.microsoft.com/office/drawing/2014/main" id="{E5F191A4-7839-4F63-B17C-7C366C59488C}"/>
              </a:ext>
            </a:extLst>
          </p:cNvPr>
          <p:cNvSpPr>
            <a:spLocks noGrp="1"/>
          </p:cNvSpPr>
          <p:nvPr>
            <p:ph type="title"/>
          </p:nvPr>
        </p:nvSpPr>
        <p:spPr>
          <a:xfrm>
            <a:off x="913795" y="609600"/>
            <a:ext cx="10353762" cy="1257300"/>
          </a:xfrm>
        </p:spPr>
        <p:txBody>
          <a:bodyPr/>
          <a:lstStyle/>
          <a:p>
            <a:r>
              <a:rPr lang="en-US" dirty="0"/>
              <a:t>Additional content</a:t>
            </a:r>
          </a:p>
        </p:txBody>
      </p:sp>
    </p:spTree>
    <p:extLst>
      <p:ext uri="{BB962C8B-B14F-4D97-AF65-F5344CB8AC3E}">
        <p14:creationId xmlns:p14="http://schemas.microsoft.com/office/powerpoint/2010/main" val="2721508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9441" y="1233378"/>
            <a:ext cx="5898114" cy="1357422"/>
          </a:xfrm>
        </p:spPr>
        <p:txBody>
          <a:bodyPr>
            <a:normAutofit/>
          </a:bodyPr>
          <a:lstStyle/>
          <a:p>
            <a:r>
              <a:rPr lang="en-US" dirty="0" err="1"/>
              <a:t>Baristo</a:t>
            </a:r>
            <a:r>
              <a:rPr lang="en-US" dirty="0"/>
              <a:t> espresso is the most sold product.</a:t>
            </a:r>
          </a:p>
        </p:txBody>
      </p:sp>
      <p:sp>
        <p:nvSpPr>
          <p:cNvPr id="3" name="Subtitle 2" descr="Tag=AccentColor&#10;Flavor=Light&#10;Target=Text"/>
          <p:cNvSpPr>
            <a:spLocks noGrp="1"/>
          </p:cNvSpPr>
          <p:nvPr>
            <p:ph type="subTitle" idx="13"/>
          </p:nvPr>
        </p:nvSpPr>
        <p:spPr>
          <a:xfrm>
            <a:off x="5369440" y="2895601"/>
            <a:ext cx="5898115" cy="2378074"/>
          </a:xfrm>
        </p:spPr>
        <p:txBody>
          <a:bodyPr>
            <a:normAutofit/>
          </a:bodyPr>
          <a:lstStyle/>
          <a:p>
            <a:endParaRPr lang="en-US" dirty="0"/>
          </a:p>
          <a:p>
            <a:endParaRPr lang="en-US" dirty="0"/>
          </a:p>
        </p:txBody>
      </p:sp>
      <p:pic>
        <p:nvPicPr>
          <p:cNvPr id="17" name="Picture Placeholder 16" descr="A person in a suit reading">
            <a:extLst>
              <a:ext uri="{FF2B5EF4-FFF2-40B4-BE49-F238E27FC236}">
                <a16:creationId xmlns:a16="http://schemas.microsoft.com/office/drawing/2014/main" id="{A2D17E8B-7A48-40BF-8132-27E5B0DBE65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11113" y="0"/>
            <a:ext cx="4583113" cy="6858000"/>
          </a:xfrm>
        </p:spPr>
      </p:pic>
      <p:sp>
        <p:nvSpPr>
          <p:cNvPr id="4" name="Footer Placeholder 3">
            <a:extLst>
              <a:ext uri="{FF2B5EF4-FFF2-40B4-BE49-F238E27FC236}">
                <a16:creationId xmlns:a16="http://schemas.microsoft.com/office/drawing/2014/main" id="{10C49536-DF0B-454A-9018-D4982C1EB884}"/>
              </a:ext>
            </a:extLst>
          </p:cNvPr>
          <p:cNvSpPr>
            <a:spLocks noGrp="1"/>
          </p:cNvSpPr>
          <p:nvPr>
            <p:ph type="ftr" sz="quarter" idx="11"/>
          </p:nvPr>
        </p:nvSpPr>
        <p:spPr/>
        <p:txBody>
          <a:bodyPr/>
          <a:lstStyle/>
          <a:p>
            <a:r>
              <a:rPr lang="en-US" dirty="0"/>
              <a:t>Sample footer text</a:t>
            </a:r>
          </a:p>
        </p:txBody>
      </p:sp>
      <p:sp>
        <p:nvSpPr>
          <p:cNvPr id="18" name="Date Placeholder 3">
            <a:extLst>
              <a:ext uri="{FF2B5EF4-FFF2-40B4-BE49-F238E27FC236}">
                <a16:creationId xmlns:a16="http://schemas.microsoft.com/office/drawing/2014/main" id="{13C31A86-88E1-4320-8DD9-95A3218AD140}"/>
              </a:ext>
            </a:extLst>
          </p:cNvPr>
          <p:cNvSpPr>
            <a:spLocks noGrp="1"/>
          </p:cNvSpPr>
          <p:nvPr>
            <p:ph type="dt" sz="half" idx="10"/>
          </p:nvPr>
        </p:nvSpPr>
        <p:spPr>
          <a:xfrm>
            <a:off x="7678736" y="6000749"/>
            <a:ext cx="2743200" cy="365125"/>
          </a:xfrm>
        </p:spPr>
        <p:txBody>
          <a:bodyPr/>
          <a:lstStyle/>
          <a:p>
            <a:r>
              <a:rPr lang="en-US" dirty="0"/>
              <a:t>20XX</a:t>
            </a:r>
          </a:p>
        </p:txBody>
      </p:sp>
      <p:sp>
        <p:nvSpPr>
          <p:cNvPr id="19" name="Slide Number Placeholder 5">
            <a:extLst>
              <a:ext uri="{FF2B5EF4-FFF2-40B4-BE49-F238E27FC236}">
                <a16:creationId xmlns:a16="http://schemas.microsoft.com/office/drawing/2014/main" id="{0F1BC668-CEDC-414E-9BE5-D2234A944056}"/>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8</a:t>
            </a:fld>
            <a:endParaRPr lang="en-US" dirty="0"/>
          </a:p>
        </p:txBody>
      </p:sp>
      <p:graphicFrame>
        <p:nvGraphicFramePr>
          <p:cNvPr id="5" name="Chart 4">
            <a:extLst>
              <a:ext uri="{FF2B5EF4-FFF2-40B4-BE49-F238E27FC236}">
                <a16:creationId xmlns:a16="http://schemas.microsoft.com/office/drawing/2014/main" id="{84787B16-8702-9902-CEEC-245EB9BA38D7}"/>
              </a:ext>
            </a:extLst>
          </p:cNvPr>
          <p:cNvGraphicFramePr>
            <a:graphicFrameLocks/>
          </p:cNvGraphicFramePr>
          <p:nvPr>
            <p:extLst>
              <p:ext uri="{D42A27DB-BD31-4B8C-83A1-F6EECF244321}">
                <p14:modId xmlns:p14="http://schemas.microsoft.com/office/powerpoint/2010/main" val="3093205926"/>
              </p:ext>
            </p:extLst>
          </p:nvPr>
        </p:nvGraphicFramePr>
        <p:xfrm>
          <a:off x="5369440" y="2863646"/>
          <a:ext cx="5219700" cy="206121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831612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F18CF8D3-54C5-4F93-E826-164622D44FD1}"/>
              </a:ext>
            </a:extLst>
          </p:cNvPr>
          <p:cNvPicPr>
            <a:picLocks noGrp="1" noChangeAspect="1"/>
          </p:cNvPicPr>
          <p:nvPr>
            <p:ph type="pic" sz="quarter" idx="14"/>
          </p:nvPr>
        </p:nvPicPr>
        <p:blipFill>
          <a:blip r:embed="rId2">
            <a:alphaModFix amt="25000"/>
            <a:extLst>
              <a:ext uri="{837473B0-CC2E-450A-ABE3-18F120FF3D39}">
                <a1611:picAttrSrcUrl xmlns:a1611="http://schemas.microsoft.com/office/drawing/2016/11/main" r:id="rId3"/>
              </a:ext>
            </a:extLst>
          </a:blip>
          <a:srcRect t="10441" b="5289"/>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172F0EC-095F-FB10-B7B3-375446AADD8A}"/>
              </a:ext>
            </a:extLst>
          </p:cNvPr>
          <p:cNvSpPr>
            <a:spLocks noGrp="1"/>
          </p:cNvSpPr>
          <p:nvPr>
            <p:ph type="title"/>
          </p:nvPr>
        </p:nvSpPr>
        <p:spPr>
          <a:xfrm>
            <a:off x="913795" y="609600"/>
            <a:ext cx="10353762" cy="1257300"/>
          </a:xfrm>
        </p:spPr>
        <p:txBody>
          <a:bodyPr vert="horz" lIns="91440" tIns="45720" rIns="91440" bIns="45720" rtlCol="0" anchor="ctr">
            <a:normAutofit/>
          </a:bodyPr>
          <a:lstStyle/>
          <a:p>
            <a:r>
              <a:rPr lang="en-US"/>
              <a:t>Reccommendations</a:t>
            </a:r>
          </a:p>
        </p:txBody>
      </p:sp>
      <p:sp>
        <p:nvSpPr>
          <p:cNvPr id="3" name="Subtitle 2">
            <a:extLst>
              <a:ext uri="{FF2B5EF4-FFF2-40B4-BE49-F238E27FC236}">
                <a16:creationId xmlns:a16="http://schemas.microsoft.com/office/drawing/2014/main" id="{1A2DB864-744F-AD8A-D039-DA35ABC042B8}"/>
              </a:ext>
            </a:extLst>
          </p:cNvPr>
          <p:cNvSpPr>
            <a:spLocks noGrp="1"/>
          </p:cNvSpPr>
          <p:nvPr>
            <p:ph type="subTitle" idx="13"/>
          </p:nvPr>
        </p:nvSpPr>
        <p:spPr>
          <a:xfrm>
            <a:off x="913795" y="2076450"/>
            <a:ext cx="10353762" cy="3714749"/>
          </a:xfrm>
        </p:spPr>
        <p:txBody>
          <a:bodyPr vert="horz" lIns="91440" tIns="45720" rIns="91440" bIns="45720" rtlCol="0" anchor="ctr">
            <a:normAutofit/>
          </a:bodyPr>
          <a:lstStyle/>
          <a:p>
            <a:pPr marL="379800" indent="-342900">
              <a:buFont typeface="Wingdings 2" charset="2"/>
              <a:buChar char="•"/>
            </a:pPr>
            <a:r>
              <a:rPr lang="en-US"/>
              <a:t>Consider opening more stores where there is a lot of movement from people</a:t>
            </a:r>
          </a:p>
          <a:p>
            <a:pPr marL="379800" indent="-342900">
              <a:buFont typeface="Wingdings 2" charset="2"/>
              <a:buChar char="•"/>
            </a:pPr>
            <a:r>
              <a:rPr lang="en-US"/>
              <a:t>Stocking up the most sold products, top 5</a:t>
            </a:r>
          </a:p>
          <a:p>
            <a:pPr marL="379800" indent="-342900">
              <a:buFont typeface="Wingdings 2" charset="2"/>
              <a:buChar char="•"/>
            </a:pPr>
            <a:r>
              <a:rPr lang="en-US"/>
              <a:t>Consider drinks for spring and summer e.g iced coffee</a:t>
            </a:r>
          </a:p>
          <a:p>
            <a:pPr marL="379800" indent="-342900">
              <a:buFont typeface="Wingdings 2" charset="2"/>
              <a:buChar char="•"/>
            </a:pPr>
            <a:r>
              <a:rPr lang="en-US"/>
              <a:t>Create light meals to go with the coffee too</a:t>
            </a:r>
          </a:p>
        </p:txBody>
      </p:sp>
      <p:sp>
        <p:nvSpPr>
          <p:cNvPr id="5" name="Footer Placeholder 4">
            <a:extLst>
              <a:ext uri="{FF2B5EF4-FFF2-40B4-BE49-F238E27FC236}">
                <a16:creationId xmlns:a16="http://schemas.microsoft.com/office/drawing/2014/main" id="{F73F3D09-B498-5EAB-AC42-19D6D8356F9D}"/>
              </a:ext>
            </a:extLst>
          </p:cNvPr>
          <p:cNvSpPr>
            <a:spLocks noGrp="1"/>
          </p:cNvSpPr>
          <p:nvPr>
            <p:ph type="ftr" sz="quarter" idx="11"/>
          </p:nvPr>
        </p:nvSpPr>
        <p:spPr>
          <a:xfrm>
            <a:off x="913795" y="6000749"/>
            <a:ext cx="6672865" cy="365125"/>
          </a:xfrm>
        </p:spPr>
        <p:txBody>
          <a:bodyPr vert="horz" lIns="91440" tIns="45720" rIns="91440" bIns="45720" rtlCol="0" anchor="ctr">
            <a:normAutofit/>
          </a:bodyPr>
          <a:lstStyle/>
          <a:p>
            <a:pPr>
              <a:spcAft>
                <a:spcPts val="600"/>
              </a:spcAft>
            </a:pPr>
            <a:r>
              <a:rPr lang="en-US" kern="1200">
                <a:solidFill>
                  <a:schemeClr val="tx1">
                    <a:lumMod val="95000"/>
                  </a:schemeClr>
                </a:solidFill>
                <a:effectLst>
                  <a:outerShdw blurRad="50800" dist="38100" dir="2700000" algn="tl" rotWithShape="0">
                    <a:schemeClr val="bg1">
                      <a:alpha val="43000"/>
                    </a:schemeClr>
                  </a:outerShdw>
                </a:effectLst>
                <a:latin typeface="+mn-lt"/>
                <a:ea typeface="+mn-ea"/>
                <a:cs typeface="+mn-cs"/>
              </a:rPr>
              <a:t>Sample footer text</a:t>
            </a:r>
          </a:p>
        </p:txBody>
      </p:sp>
      <p:sp>
        <p:nvSpPr>
          <p:cNvPr id="6" name="Date Placeholder 5">
            <a:extLst>
              <a:ext uri="{FF2B5EF4-FFF2-40B4-BE49-F238E27FC236}">
                <a16:creationId xmlns:a16="http://schemas.microsoft.com/office/drawing/2014/main" id="{31AC5BD3-4B98-F4E8-B00A-64EA42941305}"/>
              </a:ext>
            </a:extLst>
          </p:cNvPr>
          <p:cNvSpPr>
            <a:spLocks noGrp="1"/>
          </p:cNvSpPr>
          <p:nvPr>
            <p:ph type="dt" sz="half" idx="10"/>
          </p:nvPr>
        </p:nvSpPr>
        <p:spPr>
          <a:xfrm>
            <a:off x="7678736" y="6000749"/>
            <a:ext cx="2743200" cy="365125"/>
          </a:xfrm>
        </p:spPr>
        <p:txBody>
          <a:bodyPr vert="horz" lIns="91440" tIns="45720" rIns="91440" bIns="45720" rtlCol="0" anchor="ctr">
            <a:normAutofit/>
          </a:bodyPr>
          <a:lstStyle/>
          <a:p>
            <a:pPr>
              <a:spcAft>
                <a:spcPts val="600"/>
              </a:spcAft>
            </a:pPr>
            <a:r>
              <a:rPr lang="en-US"/>
              <a:t>20XX</a:t>
            </a:r>
          </a:p>
        </p:txBody>
      </p:sp>
      <p:sp>
        <p:nvSpPr>
          <p:cNvPr id="7" name="Slide Number Placeholder 6">
            <a:extLst>
              <a:ext uri="{FF2B5EF4-FFF2-40B4-BE49-F238E27FC236}">
                <a16:creationId xmlns:a16="http://schemas.microsoft.com/office/drawing/2014/main" id="{74BCBAC0-D5BD-FE21-7114-5775EB581635}"/>
              </a:ext>
            </a:extLst>
          </p:cNvPr>
          <p:cNvSpPr>
            <a:spLocks noGrp="1"/>
          </p:cNvSpPr>
          <p:nvPr>
            <p:ph type="sldNum" sz="quarter" idx="12"/>
          </p:nvPr>
        </p:nvSpPr>
        <p:spPr>
          <a:xfrm>
            <a:off x="10514011" y="6000749"/>
            <a:ext cx="753545" cy="365125"/>
          </a:xfrm>
        </p:spPr>
        <p:txBody>
          <a:bodyPr vert="horz" lIns="91440" tIns="45720" rIns="91440" bIns="45720" rtlCol="0" anchor="ctr">
            <a:normAutofit/>
          </a:bodyPr>
          <a:lstStyle/>
          <a:p>
            <a:pPr>
              <a:spcAft>
                <a:spcPts val="600"/>
              </a:spcAft>
            </a:pPr>
            <a:fld id="{294A09A9-5501-47C1-A89A-A340965A2BE2}" type="slidenum">
              <a:rPr lang="en-US" smtClean="0"/>
              <a:pPr>
                <a:spcAft>
                  <a:spcPts val="600"/>
                </a:spcAft>
              </a:pPr>
              <a:t>9</a:t>
            </a:fld>
            <a:endParaRPr lang="en-US"/>
          </a:p>
        </p:txBody>
      </p:sp>
    </p:spTree>
    <p:extLst>
      <p:ext uri="{BB962C8B-B14F-4D97-AF65-F5344CB8AC3E}">
        <p14:creationId xmlns:p14="http://schemas.microsoft.com/office/powerpoint/2010/main" val="2238920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2CA733A-8D25-4E63-8273-CC14052E0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 name="Title 1"/>
          <p:cNvSpPr>
            <a:spLocks noGrp="1"/>
          </p:cNvSpPr>
          <p:nvPr>
            <p:ph type="ctrTitle"/>
          </p:nvPr>
        </p:nvSpPr>
        <p:spPr>
          <a:xfrm>
            <a:off x="1370693" y="4406537"/>
            <a:ext cx="9440034" cy="1088336"/>
          </a:xfrm>
        </p:spPr>
        <p:txBody>
          <a:bodyPr vert="horz" lIns="91440" tIns="45720" rIns="91440" bIns="45720" rtlCol="0" anchor="b">
            <a:normAutofit/>
          </a:bodyPr>
          <a:lstStyle/>
          <a:p>
            <a:pPr algn="ctr"/>
            <a:r>
              <a:rPr lang="en-US" sz="4800"/>
              <a:t>Thank you</a:t>
            </a:r>
          </a:p>
        </p:txBody>
      </p:sp>
      <p:sp>
        <p:nvSpPr>
          <p:cNvPr id="5" name="Subtitle 4">
            <a:extLst>
              <a:ext uri="{FF2B5EF4-FFF2-40B4-BE49-F238E27FC236}">
                <a16:creationId xmlns:a16="http://schemas.microsoft.com/office/drawing/2014/main" id="{8B799FCC-F2A1-C93E-1CA5-BBD890B715E9}"/>
              </a:ext>
            </a:extLst>
          </p:cNvPr>
          <p:cNvSpPr>
            <a:spLocks noGrp="1"/>
          </p:cNvSpPr>
          <p:nvPr>
            <p:ph type="subTitle" idx="1"/>
          </p:nvPr>
        </p:nvSpPr>
        <p:spPr>
          <a:xfrm>
            <a:off x="1370693" y="5494872"/>
            <a:ext cx="9440034" cy="621614"/>
          </a:xfrm>
        </p:spPr>
        <p:txBody>
          <a:bodyPr vert="horz" lIns="91440" tIns="45720" rIns="91440" bIns="45720" rtlCol="0">
            <a:normAutofit/>
          </a:bodyPr>
          <a:lstStyle/>
          <a:p>
            <a:pPr marL="0" indent="0" algn="ctr">
              <a:buNone/>
            </a:pPr>
            <a:r>
              <a:rPr lang="en-US" sz="1300">
                <a:solidFill>
                  <a:srgbClr val="A27F46"/>
                </a:solidFill>
              </a:rPr>
              <a:t>Thothobolo Itumeleng</a:t>
            </a:r>
          </a:p>
          <a:p>
            <a:pPr marL="0" indent="0" algn="ctr">
              <a:buNone/>
            </a:pPr>
            <a:r>
              <a:rPr lang="en-US" sz="1300">
                <a:solidFill>
                  <a:srgbClr val="A27F46"/>
                </a:solidFill>
                <a:hlinkClick r:id="rId4">
                  <a:extLst>
                    <a:ext uri="{A12FA001-AC4F-418D-AE19-62706E023703}">
                      <ahyp:hlinkClr xmlns:ahyp="http://schemas.microsoft.com/office/drawing/2018/hyperlinkcolor" val="tx"/>
                    </a:ext>
                  </a:extLst>
                </a:hlinkClick>
              </a:rPr>
              <a:t>itumelengshirley9@gmail.com</a:t>
            </a:r>
            <a:endParaRPr lang="en-US" sz="1300">
              <a:solidFill>
                <a:srgbClr val="A27F46"/>
              </a:solidFill>
            </a:endParaRPr>
          </a:p>
          <a:p>
            <a:pPr marL="0" indent="0" algn="ctr">
              <a:buNone/>
            </a:pPr>
            <a:endParaRPr lang="en-US" sz="1300">
              <a:solidFill>
                <a:srgbClr val="A27F46"/>
              </a:solidFill>
            </a:endParaRPr>
          </a:p>
        </p:txBody>
      </p:sp>
      <p:pic>
        <p:nvPicPr>
          <p:cNvPr id="30" name="Picture 29">
            <a:extLst>
              <a:ext uri="{FF2B5EF4-FFF2-40B4-BE49-F238E27FC236}">
                <a16:creationId xmlns:a16="http://schemas.microsoft.com/office/drawing/2014/main" id="{2BFB581C-2142-4222-9A3B-905AD6C09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798" t="2669" r="616"/>
          <a:stretch/>
        </p:blipFill>
        <p:spPr>
          <a:xfrm>
            <a:off x="-1" y="0"/>
            <a:ext cx="12192001" cy="4322278"/>
          </a:xfrm>
          <a:prstGeom prst="rect">
            <a:avLst/>
          </a:prstGeom>
        </p:spPr>
      </p:pic>
      <p:pic>
        <p:nvPicPr>
          <p:cNvPr id="23" name="Picture Placeholder 22" descr="A person sitting in a chair">
            <a:extLst>
              <a:ext uri="{FF2B5EF4-FFF2-40B4-BE49-F238E27FC236}">
                <a16:creationId xmlns:a16="http://schemas.microsoft.com/office/drawing/2014/main" id="{D7295B9C-2CB9-499D-8649-8B68BCBBD20C}"/>
              </a:ext>
            </a:extLst>
          </p:cNvPr>
          <p:cNvPicPr>
            <a:picLocks noGrp="1" noChangeAspect="1"/>
          </p:cNvPicPr>
          <p:nvPr>
            <p:ph type="pic" sz="quarter" idx="13"/>
          </p:nvPr>
        </p:nvPicPr>
        <p:blipFill rotWithShape="1">
          <a:blip r:embed="rId6" cstate="screen">
            <a:extLst>
              <a:ext uri="{28A0092B-C50C-407E-A947-70E740481C1C}">
                <a14:useLocalDpi xmlns:a14="http://schemas.microsoft.com/office/drawing/2010/main" val="0"/>
              </a:ext>
            </a:extLst>
          </a:blip>
          <a:srcRect t="8557" r="-1" b="29933"/>
          <a:stretch>
            <a:fillRect/>
          </a:stretch>
        </p:blipFill>
        <p:spPr>
          <a:xfrm>
            <a:off x="-1" y="-1"/>
            <a:ext cx="12198915" cy="4220682"/>
          </a:xfrm>
          <a:prstGeom prst="rect">
            <a:avLst/>
          </a:prstGeom>
        </p:spPr>
      </p:pic>
      <p:sp>
        <p:nvSpPr>
          <p:cNvPr id="7" name="Footer Placeholder 4">
            <a:extLst>
              <a:ext uri="{FF2B5EF4-FFF2-40B4-BE49-F238E27FC236}">
                <a16:creationId xmlns:a16="http://schemas.microsoft.com/office/drawing/2014/main" id="{F6A038F3-7410-4D47-B069-E4BE5999140F}"/>
              </a:ext>
            </a:extLst>
          </p:cNvPr>
          <p:cNvSpPr>
            <a:spLocks noGrp="1"/>
          </p:cNvSpPr>
          <p:nvPr>
            <p:ph type="ftr" sz="quarter" idx="11"/>
          </p:nvPr>
        </p:nvSpPr>
        <p:spPr>
          <a:xfrm>
            <a:off x="913795" y="6218082"/>
            <a:ext cx="6672865" cy="365125"/>
          </a:xfrm>
        </p:spPr>
        <p:txBody>
          <a:bodyPr vert="horz" lIns="91440" tIns="45720" rIns="91440" bIns="45720" rtlCol="0" anchor="ctr">
            <a:normAutofit/>
          </a:bodyPr>
          <a:lstStyle/>
          <a:p>
            <a:pPr>
              <a:spcAft>
                <a:spcPts val="600"/>
              </a:spcAft>
            </a:pPr>
            <a:r>
              <a:rPr lang="en-US" kern="1200">
                <a:solidFill>
                  <a:schemeClr val="tx1">
                    <a:lumMod val="95000"/>
                  </a:schemeClr>
                </a:solidFill>
                <a:effectLst>
                  <a:outerShdw blurRad="50800" dist="38100" dir="2700000" algn="tl" rotWithShape="0">
                    <a:schemeClr val="bg1">
                      <a:alpha val="43000"/>
                    </a:schemeClr>
                  </a:outerShdw>
                </a:effectLst>
                <a:latin typeface="+mn-lt"/>
                <a:ea typeface="+mn-ea"/>
                <a:cs typeface="+mn-cs"/>
              </a:rPr>
              <a:t>Sample footer text</a:t>
            </a:r>
          </a:p>
        </p:txBody>
      </p:sp>
      <p:sp>
        <p:nvSpPr>
          <p:cNvPr id="6" name="Date Placeholder 3">
            <a:extLst>
              <a:ext uri="{FF2B5EF4-FFF2-40B4-BE49-F238E27FC236}">
                <a16:creationId xmlns:a16="http://schemas.microsoft.com/office/drawing/2014/main" id="{050EEE3A-3F43-4692-B3E5-6CC126CAE1D4}"/>
              </a:ext>
            </a:extLst>
          </p:cNvPr>
          <p:cNvSpPr>
            <a:spLocks noGrp="1"/>
          </p:cNvSpPr>
          <p:nvPr>
            <p:ph type="dt" sz="half" idx="10"/>
          </p:nvPr>
        </p:nvSpPr>
        <p:spPr>
          <a:xfrm>
            <a:off x="7678736" y="6218082"/>
            <a:ext cx="2743200" cy="365125"/>
          </a:xfrm>
        </p:spPr>
        <p:txBody>
          <a:bodyPr vert="horz" lIns="91440" tIns="45720" rIns="91440" bIns="45720" rtlCol="0" anchor="ctr">
            <a:normAutofit/>
          </a:bodyPr>
          <a:lstStyle/>
          <a:p>
            <a:pPr>
              <a:spcAft>
                <a:spcPts val="600"/>
              </a:spcAft>
            </a:pPr>
            <a:r>
              <a:rPr lang="en-US" dirty="0"/>
              <a:t>20XX</a:t>
            </a:r>
            <a:endParaRPr lang="en-US"/>
          </a:p>
        </p:txBody>
      </p:sp>
      <p:sp>
        <p:nvSpPr>
          <p:cNvPr id="8" name="Slide Number Placeholder 5">
            <a:extLst>
              <a:ext uri="{FF2B5EF4-FFF2-40B4-BE49-F238E27FC236}">
                <a16:creationId xmlns:a16="http://schemas.microsoft.com/office/drawing/2014/main" id="{A3976785-1E20-4209-911D-22069764DCD4}"/>
              </a:ext>
            </a:extLst>
          </p:cNvPr>
          <p:cNvSpPr>
            <a:spLocks noGrp="1"/>
          </p:cNvSpPr>
          <p:nvPr>
            <p:ph type="sldNum" sz="quarter" idx="12"/>
          </p:nvPr>
        </p:nvSpPr>
        <p:spPr>
          <a:xfrm>
            <a:off x="10514011" y="6218082"/>
            <a:ext cx="753545" cy="365125"/>
          </a:xfrm>
        </p:spPr>
        <p:txBody>
          <a:bodyPr vert="horz" lIns="91440" tIns="45720" rIns="91440" bIns="45720" rtlCol="0" anchor="ctr">
            <a:normAutofit/>
          </a:bodyPr>
          <a:lstStyle/>
          <a:p>
            <a:pPr>
              <a:spcAft>
                <a:spcPts val="600"/>
              </a:spcAft>
            </a:pPr>
            <a:fld id="{3A98EE3D-8CD1-4C3F-BD1C-C98C9596463C}" type="slidenum">
              <a:rPr lang="en-US" smtClean="0"/>
              <a:pPr>
                <a:spcAft>
                  <a:spcPts val="600"/>
                </a:spcAft>
              </a:pPr>
              <a:t>10</a:t>
            </a:fld>
            <a:endParaRPr lang="en-US"/>
          </a:p>
        </p:txBody>
      </p:sp>
    </p:spTree>
    <p:extLst>
      <p:ext uri="{BB962C8B-B14F-4D97-AF65-F5344CB8AC3E}">
        <p14:creationId xmlns:p14="http://schemas.microsoft.com/office/powerpoint/2010/main" val="426850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7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7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EF115D-73C4-4C20-A44F-97481CD74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F06F3F2-9398-47DD-B339-5E062F7F29B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51D2C913-C7E9-427D-8C7B-4D2DB36F60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Coffee corner design</Template>
  <TotalTime>38</TotalTime>
  <Words>258</Words>
  <Application>Microsoft Office PowerPoint</Application>
  <PresentationFormat>Widescreen</PresentationFormat>
  <Paragraphs>69</Paragraphs>
  <Slides>10</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Calisto MT</vt:lpstr>
      <vt:lpstr>Wingdings 2</vt:lpstr>
      <vt:lpstr>SlateVTI</vt:lpstr>
      <vt:lpstr>Bright coffee shop Analysis of sales</vt:lpstr>
      <vt:lpstr>Agenda</vt:lpstr>
      <vt:lpstr>Introduction</vt:lpstr>
      <vt:lpstr>$689 812,33</vt:lpstr>
      <vt:lpstr>Chart</vt:lpstr>
      <vt:lpstr>Sales by time split and location</vt:lpstr>
      <vt:lpstr>Additional content</vt:lpstr>
      <vt:lpstr>Baristo espresso is the most sold product.</vt:lpstr>
      <vt:lpstr>Reccommendations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Shirley Tauatsoala</dc:creator>
  <cp:lastModifiedBy>Shirley Tauatsoala</cp:lastModifiedBy>
  <cp:revision>1</cp:revision>
  <dcterms:created xsi:type="dcterms:W3CDTF">2026-10-11T19:04:35Z</dcterms:created>
  <dcterms:modified xsi:type="dcterms:W3CDTF">2026-10-11T19:43:09Z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